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2" r:id="rId7"/>
    <p:sldId id="264" r:id="rId8"/>
    <p:sldId id="266" r:id="rId9"/>
    <p:sldId id="261" r:id="rId1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3883108-2C94-0B46-9159-4CA9810B0083}">
          <p14:sldIdLst>
            <p14:sldId id="256"/>
            <p14:sldId id="257"/>
            <p14:sldId id="258"/>
            <p14:sldId id="259"/>
          </p14:sldIdLst>
        </p14:section>
        <p14:section name="Pages" id="{9F1DE818-9CA4-9C43-812E-1121F108EDF7}">
          <p14:sldIdLst>
            <p14:sldId id="265"/>
            <p14:sldId id="262"/>
            <p14:sldId id="264"/>
            <p14:sldId id="266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774"/>
  </p:normalViewPr>
  <p:slideViewPr>
    <p:cSldViewPr snapToGrid="0" snapToObjects="1">
      <p:cViewPr>
        <p:scale>
          <a:sx n="113" d="100"/>
          <a:sy n="113" d="100"/>
        </p:scale>
        <p:origin x="17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44EC5-2658-5241-8FEC-97C51D54263B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3CAD6-2EA3-2D4D-A844-F6D29B7EC6C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0113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CAD6-2EA3-2D4D-A844-F6D29B7EC6CB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12963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CAD6-2EA3-2D4D-A844-F6D29B7EC6C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5479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CAD6-2EA3-2D4D-A844-F6D29B7EC6C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2518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9F0F6-9D80-D841-80E2-40A3D3BE5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88C097-0D80-F448-96DF-F4F91E178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E443E2-5130-DB4A-B350-EEE49E03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4834BD-4622-BE46-89AF-81310185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C2D0FD-1CB1-AB48-A503-F36EF152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09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57458-8556-CE41-B5F2-0E8DB1E8C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43BAA9-348A-0F40-AC8B-1FD05E20B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55B3B-9DB3-5D4D-A23C-F6DE69FC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50EE2-F428-1A49-9BCD-A171D832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798F04-8E6B-794B-8E69-7D78CD16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7304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38349-D7BB-594D-9C44-51B97685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C2D09-FB21-734E-8125-F65094384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A32D2-3CF1-5743-999F-1D621F9D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DED534-D94C-4443-9F4D-1BAA9912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E0F8BB-01E0-7846-9477-56D6EF8FC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2316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2CE7D-A392-8043-8450-4A3C5800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B7067A-2E39-BA43-99FE-EF97A232E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1D4FE7-B91A-DE46-AECA-9A6CD2A84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3ACAE0-9219-EE46-9361-F6B652B7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B884CF-376E-A045-87EE-756606A7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150FFC-233D-1140-8CDF-3A193764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0053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E6661-1EF2-DD43-980B-4AC6D0734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C40E43-C9B5-684E-AF03-B639E0EF3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1E8B36-EBCA-7747-B665-DF5CC8C09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085D3A-4B42-0F48-95A2-7EA3BA47E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A174D6-61CE-8D4C-9983-1FC5D8D97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A139E30-CC7D-9044-83B7-CC5BC7877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42F0A4-3610-9346-AD0C-8A6A4B71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E70765-2010-2E43-BADF-06C00A606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11036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064BB-8DB8-124D-9499-B0D2DC76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EAF34A-21DC-6A49-8AB6-ACAE5B5B1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849471-3C70-924A-B4AE-69FF3FBA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B5205B-E3F2-7B4C-9E45-0FEFF32B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99946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F36291-87ED-C040-BABC-A15611D2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B367C0-C0DD-F447-9CD8-6AB9C594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6D72AE-5B91-464C-8689-7734508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47375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23F2D-CC23-6E4B-8798-54F427F2C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503E0-C298-B34C-8681-BFB621C05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CB98F5-0786-8045-B50C-286D20602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3E5CF5-EE21-EF47-8EE8-FFC1E156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EC51E6-1924-874A-9DC9-1E0E9FAD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51FA01-08C2-9D4E-A648-17B06F43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2368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5E864-71F2-8242-9FF8-FD3FE7A22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5C78A4-AFDC-1C4E-B38B-B5F36F442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2A7358-95AF-9247-B0DC-6D1956DE2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CB3145-7DE2-934E-B505-E05AE85A8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6DB346-1D5B-B24C-A919-1DF4B953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0BB458-C5CD-EB4E-A781-429A2140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19034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7CBBA-5170-324D-A9EF-A529961CC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6E2777-5BE0-B941-8B4A-7091847F1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777CF-D123-304F-9B7F-D07651AD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AAE3F-1BEA-204C-BA5F-01A1230F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379AC5-A9CC-0B40-B0BC-C083EB5B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560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300995-8DF7-1542-91F3-456A40F96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3EC194-14F2-1A4A-84C2-0A5A950B1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A2147D-C67D-284C-9A5B-6AD652004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742349-2CDC-2044-85B8-ACCD3F43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8CB558-8B85-3746-B172-35BC597A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056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09F5F1-DCD8-6547-8EB1-1DF9725D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569DC-0109-7C40-8A22-4FE8F2675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D69A4-925D-3647-B290-29DA8CEA4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3EB09-8D99-864B-8667-B720372FC79C}" type="datetimeFigureOut">
              <a:rPr kumimoji="1" lang="ko-Kore-KR" altLang="en-US" smtClean="0"/>
              <a:t>2022. 6. 18.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87D517-94F8-EF4F-BBF2-AB9F488D3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0BBB1B-2A5F-F64B-9CAD-7D5161E04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6795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1DF41-66E1-2E46-BCE8-C27A3903D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165" y="606286"/>
            <a:ext cx="9144000" cy="1830250"/>
          </a:xfrm>
        </p:spPr>
        <p:txBody>
          <a:bodyPr/>
          <a:lstStyle/>
          <a:p>
            <a:pPr algn="l"/>
            <a:r>
              <a:rPr kumimoji="1" lang="en-US" altLang="ko-Kore-KR" b="1" dirty="0"/>
              <a:t>Data Visualization</a:t>
            </a:r>
            <a:br>
              <a:rPr kumimoji="1" lang="en-US" altLang="ko-Kore-KR" b="1" dirty="0"/>
            </a:br>
            <a:r>
              <a:rPr kumimoji="1" lang="en-US" altLang="ko-Kore-KR" sz="5400" b="1" dirty="0"/>
              <a:t>for Python</a:t>
            </a:r>
            <a:endParaRPr kumimoji="1" lang="ko-Kore-KR" altLang="en-US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2CABB6-8249-3D49-89A0-E4BF28A48E1A}"/>
              </a:ext>
            </a:extLst>
          </p:cNvPr>
          <p:cNvSpPr/>
          <p:nvPr/>
        </p:nvSpPr>
        <p:spPr>
          <a:xfrm>
            <a:off x="728871" y="914400"/>
            <a:ext cx="185530" cy="13528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61CD9D-13E9-3E4F-BC89-12F3CB36F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126" y="1610863"/>
            <a:ext cx="687041" cy="65634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969092B-E6C7-5E43-908E-4C21494E409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914401" y="2683205"/>
            <a:ext cx="5640846" cy="381517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10001C4-BE95-F34D-BA83-7219E5EF8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5110" y="5622824"/>
            <a:ext cx="3989992" cy="105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29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0845F4D-167C-1046-B77C-1B58EDC9C775}"/>
              </a:ext>
            </a:extLst>
          </p:cNvPr>
          <p:cNvSpPr/>
          <p:nvPr/>
        </p:nvSpPr>
        <p:spPr>
          <a:xfrm>
            <a:off x="823597" y="375538"/>
            <a:ext cx="10950713" cy="35093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 dirty="0"/>
              <a:t>Well-Known Libraries</a:t>
            </a:r>
            <a:endParaRPr kumimoji="1" lang="ko-Kore-KR" altLang="en-US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B5550F-C327-B542-93D7-4AFC1AAE3A82}"/>
              </a:ext>
            </a:extLst>
          </p:cNvPr>
          <p:cNvSpPr/>
          <p:nvPr/>
        </p:nvSpPr>
        <p:spPr>
          <a:xfrm>
            <a:off x="363085" y="375537"/>
            <a:ext cx="513442" cy="350937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6A29FE-35A7-074D-A2B5-18229911E9F1}"/>
              </a:ext>
            </a:extLst>
          </p:cNvPr>
          <p:cNvSpPr txBox="1"/>
          <p:nvPr/>
        </p:nvSpPr>
        <p:spPr>
          <a:xfrm>
            <a:off x="1153727" y="1183971"/>
            <a:ext cx="19906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/>
              <a:t>Matplotlib</a:t>
            </a:r>
            <a:endParaRPr kumimoji="1" lang="ko-Kore-KR" altLang="en-US" sz="3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742B6BB-AEC7-5246-BBD0-321818C25C59}"/>
              </a:ext>
            </a:extLst>
          </p:cNvPr>
          <p:cNvSpPr/>
          <p:nvPr/>
        </p:nvSpPr>
        <p:spPr>
          <a:xfrm>
            <a:off x="876527" y="1337758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124104C-C656-934F-AABB-5FE47617C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97" y="1993509"/>
            <a:ext cx="5272403" cy="416492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D4AF505-08C1-F34C-B621-6FA119D19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953" y="1872866"/>
            <a:ext cx="5069450" cy="416492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C9B5479-948A-304B-9C48-B9688C45D7D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77866" y="5916337"/>
            <a:ext cx="2889955" cy="76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00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0845F4D-167C-1046-B77C-1B58EDC9C775}"/>
              </a:ext>
            </a:extLst>
          </p:cNvPr>
          <p:cNvSpPr/>
          <p:nvPr/>
        </p:nvSpPr>
        <p:spPr>
          <a:xfrm>
            <a:off x="823597" y="375538"/>
            <a:ext cx="10950713" cy="35093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 dirty="0"/>
              <a:t>Well-Known Libraries</a:t>
            </a:r>
            <a:endParaRPr kumimoji="1" lang="ko-Kore-KR" altLang="en-US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B5550F-C327-B542-93D7-4AFC1AAE3A82}"/>
              </a:ext>
            </a:extLst>
          </p:cNvPr>
          <p:cNvSpPr/>
          <p:nvPr/>
        </p:nvSpPr>
        <p:spPr>
          <a:xfrm>
            <a:off x="363085" y="375537"/>
            <a:ext cx="513442" cy="350937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931BA-ED2C-9A46-BE83-A52895281AFD}"/>
              </a:ext>
            </a:extLst>
          </p:cNvPr>
          <p:cNvSpPr txBox="1"/>
          <p:nvPr/>
        </p:nvSpPr>
        <p:spPr>
          <a:xfrm>
            <a:off x="1153727" y="1190816"/>
            <a:ext cx="1593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/>
              <a:t>Seaborn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454757-DED0-3D48-8143-AABFF206887C}"/>
              </a:ext>
            </a:extLst>
          </p:cNvPr>
          <p:cNvSpPr/>
          <p:nvPr/>
        </p:nvSpPr>
        <p:spPr>
          <a:xfrm>
            <a:off x="876527" y="1344603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369F136-01E3-7941-B48C-B1A0D0F5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7" y="1929377"/>
            <a:ext cx="4896312" cy="437634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99AC54B-933A-DF40-8DE5-7761D40EB0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315"/>
          <a:stretch/>
        </p:blipFill>
        <p:spPr>
          <a:xfrm>
            <a:off x="6504774" y="1929377"/>
            <a:ext cx="4810699" cy="437634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DACD1C3-C0A2-9F47-8EDA-5AB0620C310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9177866" y="5916337"/>
            <a:ext cx="2889955" cy="76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68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0845F4D-167C-1046-B77C-1B58EDC9C775}"/>
              </a:ext>
            </a:extLst>
          </p:cNvPr>
          <p:cNvSpPr/>
          <p:nvPr/>
        </p:nvSpPr>
        <p:spPr>
          <a:xfrm>
            <a:off x="823597" y="375538"/>
            <a:ext cx="10950713" cy="35093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 dirty="0"/>
              <a:t>Well-Known Libraries</a:t>
            </a:r>
            <a:endParaRPr kumimoji="1" lang="ko-Kore-KR" altLang="en-US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B5550F-C327-B542-93D7-4AFC1AAE3A82}"/>
              </a:ext>
            </a:extLst>
          </p:cNvPr>
          <p:cNvSpPr/>
          <p:nvPr/>
        </p:nvSpPr>
        <p:spPr>
          <a:xfrm>
            <a:off x="363085" y="375537"/>
            <a:ext cx="513442" cy="350937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931BA-ED2C-9A46-BE83-A52895281AFD}"/>
              </a:ext>
            </a:extLst>
          </p:cNvPr>
          <p:cNvSpPr txBox="1"/>
          <p:nvPr/>
        </p:nvSpPr>
        <p:spPr>
          <a:xfrm>
            <a:off x="1153727" y="1190816"/>
            <a:ext cx="1729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PyeChart</a:t>
            </a:r>
            <a:endParaRPr kumimoji="1" lang="en-US" altLang="ko-Kore-KR" sz="32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454757-DED0-3D48-8143-AABFF206887C}"/>
              </a:ext>
            </a:extLst>
          </p:cNvPr>
          <p:cNvSpPr/>
          <p:nvPr/>
        </p:nvSpPr>
        <p:spPr>
          <a:xfrm>
            <a:off x="876527" y="1344603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FDEBF3A-5DDF-954C-9630-2E16256664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368"/>
          <a:stretch/>
        </p:blipFill>
        <p:spPr>
          <a:xfrm>
            <a:off x="5850098" y="2252981"/>
            <a:ext cx="5847094" cy="34011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A020EA-A2C1-3545-A62C-362B79700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06" y="2393718"/>
            <a:ext cx="4934748" cy="311967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0C037FA-83B6-6347-84E3-7D46B4E2D87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9177866" y="5916337"/>
            <a:ext cx="2889955" cy="76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08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1DF41-66E1-2E46-BCE8-C27A3903D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165" y="606286"/>
            <a:ext cx="9144000" cy="1830250"/>
          </a:xfrm>
        </p:spPr>
        <p:txBody>
          <a:bodyPr/>
          <a:lstStyle/>
          <a:p>
            <a:pPr algn="l"/>
            <a:r>
              <a:rPr kumimoji="1" lang="en-US" altLang="ko-Kore-KR" b="1" dirty="0"/>
              <a:t>Main Title</a:t>
            </a:r>
            <a:endParaRPr kumimoji="1" lang="ko-Kore-KR" altLang="en-US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2CABB6-8249-3D49-89A0-E4BF28A48E1A}"/>
              </a:ext>
            </a:extLst>
          </p:cNvPr>
          <p:cNvSpPr/>
          <p:nvPr/>
        </p:nvSpPr>
        <p:spPr>
          <a:xfrm>
            <a:off x="728871" y="914400"/>
            <a:ext cx="185530" cy="13528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0001C4-BE95-F34D-BA83-7219E5EF8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110" y="5622824"/>
            <a:ext cx="3989992" cy="105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07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0845F4D-167C-1046-B77C-1B58EDC9C775}"/>
              </a:ext>
            </a:extLst>
          </p:cNvPr>
          <p:cNvSpPr/>
          <p:nvPr/>
        </p:nvSpPr>
        <p:spPr>
          <a:xfrm>
            <a:off x="823597" y="375538"/>
            <a:ext cx="10950713" cy="35093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 dirty="0"/>
              <a:t>Title</a:t>
            </a:r>
            <a:endParaRPr kumimoji="1" lang="ko-Kore-KR" altLang="en-US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B5550F-C327-B542-93D7-4AFC1AAE3A82}"/>
              </a:ext>
            </a:extLst>
          </p:cNvPr>
          <p:cNvSpPr/>
          <p:nvPr/>
        </p:nvSpPr>
        <p:spPr>
          <a:xfrm>
            <a:off x="363085" y="375537"/>
            <a:ext cx="513442" cy="350937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931BA-ED2C-9A46-BE83-A52895281AFD}"/>
              </a:ext>
            </a:extLst>
          </p:cNvPr>
          <p:cNvSpPr txBox="1"/>
          <p:nvPr/>
        </p:nvSpPr>
        <p:spPr>
          <a:xfrm>
            <a:off x="1153727" y="1190816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454757-DED0-3D48-8143-AABFF206887C}"/>
              </a:ext>
            </a:extLst>
          </p:cNvPr>
          <p:cNvSpPr/>
          <p:nvPr/>
        </p:nvSpPr>
        <p:spPr>
          <a:xfrm>
            <a:off x="876527" y="1344603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0C037FA-83B6-6347-84E3-7D46B4E2D8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9177866" y="5916337"/>
            <a:ext cx="2889955" cy="76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0845F4D-167C-1046-B77C-1B58EDC9C775}"/>
              </a:ext>
            </a:extLst>
          </p:cNvPr>
          <p:cNvSpPr/>
          <p:nvPr/>
        </p:nvSpPr>
        <p:spPr>
          <a:xfrm>
            <a:off x="823597" y="375538"/>
            <a:ext cx="10950713" cy="35093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 dirty="0"/>
              <a:t>Title</a:t>
            </a:r>
            <a:endParaRPr kumimoji="1" lang="ko-Kore-KR" altLang="en-US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B5550F-C327-B542-93D7-4AFC1AAE3A82}"/>
              </a:ext>
            </a:extLst>
          </p:cNvPr>
          <p:cNvSpPr/>
          <p:nvPr/>
        </p:nvSpPr>
        <p:spPr>
          <a:xfrm>
            <a:off x="363085" y="375537"/>
            <a:ext cx="513442" cy="350937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931BA-ED2C-9A46-BE83-A52895281AFD}"/>
              </a:ext>
            </a:extLst>
          </p:cNvPr>
          <p:cNvSpPr txBox="1"/>
          <p:nvPr/>
        </p:nvSpPr>
        <p:spPr>
          <a:xfrm>
            <a:off x="1153727" y="1190816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454757-DED0-3D48-8143-AABFF206887C}"/>
              </a:ext>
            </a:extLst>
          </p:cNvPr>
          <p:cNvSpPr/>
          <p:nvPr/>
        </p:nvSpPr>
        <p:spPr>
          <a:xfrm>
            <a:off x="876527" y="1344603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0C037FA-83B6-6347-84E3-7D46B4E2D8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9177866" y="5916337"/>
            <a:ext cx="2889955" cy="76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73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0845F4D-167C-1046-B77C-1B58EDC9C775}"/>
              </a:ext>
            </a:extLst>
          </p:cNvPr>
          <p:cNvSpPr/>
          <p:nvPr/>
        </p:nvSpPr>
        <p:spPr>
          <a:xfrm>
            <a:off x="876526" y="0"/>
            <a:ext cx="11315473" cy="9144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3200" b="1" dirty="0"/>
              <a:t>Title</a:t>
            </a:r>
            <a:endParaRPr kumimoji="1" lang="ko-Kore-KR" altLang="en-US" sz="32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B5550F-C327-B542-93D7-4AFC1AAE3A82}"/>
              </a:ext>
            </a:extLst>
          </p:cNvPr>
          <p:cNvSpPr/>
          <p:nvPr/>
        </p:nvSpPr>
        <p:spPr>
          <a:xfrm>
            <a:off x="0" y="0"/>
            <a:ext cx="876526" cy="9144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931BA-ED2C-9A46-BE83-A52895281AFD}"/>
              </a:ext>
            </a:extLst>
          </p:cNvPr>
          <p:cNvSpPr txBox="1"/>
          <p:nvPr/>
        </p:nvSpPr>
        <p:spPr>
          <a:xfrm>
            <a:off x="1729459" y="1766619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0C037FA-83B6-6347-84E3-7D46B4E2D8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9177866" y="5916337"/>
            <a:ext cx="2889955" cy="766214"/>
          </a:xfrm>
          <a:prstGeom prst="rect">
            <a:avLst/>
          </a:prstGeom>
        </p:spPr>
      </p:pic>
      <p:sp>
        <p:nvSpPr>
          <p:cNvPr id="7" name="갈매기형 수장[C] 6">
            <a:extLst>
              <a:ext uri="{FF2B5EF4-FFF2-40B4-BE49-F238E27FC236}">
                <a16:creationId xmlns:a16="http://schemas.microsoft.com/office/drawing/2014/main" id="{87CD4CEC-156D-F447-915D-3DAAAD92EB0D}"/>
              </a:ext>
            </a:extLst>
          </p:cNvPr>
          <p:cNvSpPr/>
          <p:nvPr/>
        </p:nvSpPr>
        <p:spPr>
          <a:xfrm>
            <a:off x="788545" y="1797251"/>
            <a:ext cx="819166" cy="497628"/>
          </a:xfrm>
          <a:prstGeom prst="chevron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85DE5-1539-9449-9A9C-0053932CF153}"/>
              </a:ext>
            </a:extLst>
          </p:cNvPr>
          <p:cNvSpPr txBox="1"/>
          <p:nvPr/>
        </p:nvSpPr>
        <p:spPr>
          <a:xfrm>
            <a:off x="1729459" y="2901153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sp>
        <p:nvSpPr>
          <p:cNvPr id="9" name="갈매기형 수장[C] 8">
            <a:extLst>
              <a:ext uri="{FF2B5EF4-FFF2-40B4-BE49-F238E27FC236}">
                <a16:creationId xmlns:a16="http://schemas.microsoft.com/office/drawing/2014/main" id="{2B4F76C0-7D03-1346-A0BF-990247C9B0D0}"/>
              </a:ext>
            </a:extLst>
          </p:cNvPr>
          <p:cNvSpPr/>
          <p:nvPr/>
        </p:nvSpPr>
        <p:spPr>
          <a:xfrm>
            <a:off x="788545" y="2931785"/>
            <a:ext cx="819166" cy="497628"/>
          </a:xfrm>
          <a:prstGeom prst="chevron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7E21F-0D65-1D46-900C-3EC54B986BD2}"/>
              </a:ext>
            </a:extLst>
          </p:cNvPr>
          <p:cNvSpPr txBox="1"/>
          <p:nvPr/>
        </p:nvSpPr>
        <p:spPr>
          <a:xfrm>
            <a:off x="1729459" y="4035687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sp>
        <p:nvSpPr>
          <p:cNvPr id="11" name="갈매기형 수장[C] 10">
            <a:extLst>
              <a:ext uri="{FF2B5EF4-FFF2-40B4-BE49-F238E27FC236}">
                <a16:creationId xmlns:a16="http://schemas.microsoft.com/office/drawing/2014/main" id="{EC7ABEA9-5FF6-E145-B2E1-AA9084A5E519}"/>
              </a:ext>
            </a:extLst>
          </p:cNvPr>
          <p:cNvSpPr/>
          <p:nvPr/>
        </p:nvSpPr>
        <p:spPr>
          <a:xfrm>
            <a:off x="788545" y="4066319"/>
            <a:ext cx="819166" cy="497628"/>
          </a:xfrm>
          <a:prstGeom prst="chevron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26551F-94C0-064B-ACDA-3AB36DF4250A}"/>
              </a:ext>
            </a:extLst>
          </p:cNvPr>
          <p:cNvSpPr txBox="1"/>
          <p:nvPr/>
        </p:nvSpPr>
        <p:spPr>
          <a:xfrm>
            <a:off x="1729459" y="5170221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sp>
        <p:nvSpPr>
          <p:cNvPr id="13" name="갈매기형 수장[C] 12">
            <a:extLst>
              <a:ext uri="{FF2B5EF4-FFF2-40B4-BE49-F238E27FC236}">
                <a16:creationId xmlns:a16="http://schemas.microsoft.com/office/drawing/2014/main" id="{7AA9561D-77AC-2D42-9985-7ECE5681FB0A}"/>
              </a:ext>
            </a:extLst>
          </p:cNvPr>
          <p:cNvSpPr/>
          <p:nvPr/>
        </p:nvSpPr>
        <p:spPr>
          <a:xfrm>
            <a:off x="788545" y="5200853"/>
            <a:ext cx="819166" cy="497628"/>
          </a:xfrm>
          <a:prstGeom prst="chevron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054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30B84B7-E941-104D-8C98-EB051E700B33}"/>
              </a:ext>
            </a:extLst>
          </p:cNvPr>
          <p:cNvSpPr/>
          <p:nvPr/>
        </p:nvSpPr>
        <p:spPr>
          <a:xfrm>
            <a:off x="845630" y="1124686"/>
            <a:ext cx="10950713" cy="35093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 dirty="0"/>
              <a:t>Title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78CAD1-76B6-0644-BCE4-F78FBAE0CB6E}"/>
              </a:ext>
            </a:extLst>
          </p:cNvPr>
          <p:cNvSpPr/>
          <p:nvPr/>
        </p:nvSpPr>
        <p:spPr>
          <a:xfrm>
            <a:off x="385118" y="1124685"/>
            <a:ext cx="513442" cy="350937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4FD4C-ED69-284B-AB9D-E6EC743579E4}"/>
              </a:ext>
            </a:extLst>
          </p:cNvPr>
          <p:cNvSpPr txBox="1"/>
          <p:nvPr/>
        </p:nvSpPr>
        <p:spPr>
          <a:xfrm>
            <a:off x="278283" y="451333"/>
            <a:ext cx="17698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/>
              <a:t>Title Bars</a:t>
            </a:r>
            <a:endParaRPr kumimoji="1" lang="ko-Kore-KR" altLang="en-US" sz="3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0BD1C2-9325-E142-835E-364B92E4B879}"/>
              </a:ext>
            </a:extLst>
          </p:cNvPr>
          <p:cNvSpPr/>
          <p:nvPr/>
        </p:nvSpPr>
        <p:spPr>
          <a:xfrm>
            <a:off x="845630" y="1652776"/>
            <a:ext cx="10950713" cy="3509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 b="1" dirty="0">
                <a:solidFill>
                  <a:schemeClr val="tx1"/>
                </a:solidFill>
              </a:rPr>
              <a:t>Title</a:t>
            </a:r>
            <a:endParaRPr kumimoji="1" lang="ko-Kore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0B0EC9-39BA-0042-A5C7-DF3EAE878EC3}"/>
              </a:ext>
            </a:extLst>
          </p:cNvPr>
          <p:cNvSpPr/>
          <p:nvPr/>
        </p:nvSpPr>
        <p:spPr>
          <a:xfrm>
            <a:off x="385118" y="1652775"/>
            <a:ext cx="513442" cy="350937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bg2">
                <a:lumMod val="1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5BC30-67AC-C740-B7B5-79B6BC75E244}"/>
              </a:ext>
            </a:extLst>
          </p:cNvPr>
          <p:cNvSpPr txBox="1"/>
          <p:nvPr/>
        </p:nvSpPr>
        <p:spPr>
          <a:xfrm>
            <a:off x="385118" y="2300878"/>
            <a:ext cx="6097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ore-KR" sz="2800" b="1" dirty="0"/>
              <a:t>Boxes(Vector)</a:t>
            </a:r>
            <a:endParaRPr kumimoji="1" lang="ko-Kore-KR" altLang="en-US" sz="28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69BAC6-2B27-684B-926B-5DB0333DEC7B}"/>
              </a:ext>
            </a:extLst>
          </p:cNvPr>
          <p:cNvSpPr/>
          <p:nvPr/>
        </p:nvSpPr>
        <p:spPr>
          <a:xfrm>
            <a:off x="503239" y="2982663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5C719C-103D-1D4A-A490-2E9812EA7519}"/>
              </a:ext>
            </a:extLst>
          </p:cNvPr>
          <p:cNvSpPr/>
          <p:nvPr/>
        </p:nvSpPr>
        <p:spPr>
          <a:xfrm>
            <a:off x="1235738" y="2982663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rgbClr val="FF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35DC94-384E-C945-A17B-787999E6D64E}"/>
              </a:ext>
            </a:extLst>
          </p:cNvPr>
          <p:cNvSpPr/>
          <p:nvPr/>
        </p:nvSpPr>
        <p:spPr>
          <a:xfrm>
            <a:off x="1968237" y="2982663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rgbClr val="0070C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FD52355-2487-0141-8471-693E23D29D1A}"/>
              </a:ext>
            </a:extLst>
          </p:cNvPr>
          <p:cNvGrpSpPr/>
          <p:nvPr/>
        </p:nvGrpSpPr>
        <p:grpSpPr>
          <a:xfrm>
            <a:off x="385118" y="3652837"/>
            <a:ext cx="692517" cy="381066"/>
            <a:chOff x="3171844" y="3756701"/>
            <a:chExt cx="2766247" cy="13935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1A4293A-CA03-EB4E-A8B7-0A45C91F8A57}"/>
                </a:ext>
              </a:extLst>
            </p:cNvPr>
            <p:cNvSpPr/>
            <p:nvPr/>
          </p:nvSpPr>
          <p:spPr>
            <a:xfrm>
              <a:off x="4544592" y="3756702"/>
              <a:ext cx="1393499" cy="1393499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19" name="직각 삼각형[R] 18">
              <a:extLst>
                <a:ext uri="{FF2B5EF4-FFF2-40B4-BE49-F238E27FC236}">
                  <a16:creationId xmlns:a16="http://schemas.microsoft.com/office/drawing/2014/main" id="{DD40CF90-ED2C-8548-A79C-BE3EB248711C}"/>
                </a:ext>
              </a:extLst>
            </p:cNvPr>
            <p:cNvSpPr/>
            <p:nvPr/>
          </p:nvSpPr>
          <p:spPr>
            <a:xfrm flipH="1" flipV="1">
              <a:off x="3171845" y="3756701"/>
              <a:ext cx="1372745" cy="696749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" name="직각 삼각형[R] 19">
              <a:extLst>
                <a:ext uri="{FF2B5EF4-FFF2-40B4-BE49-F238E27FC236}">
                  <a16:creationId xmlns:a16="http://schemas.microsoft.com/office/drawing/2014/main" id="{44278A73-781F-364C-A35E-59E16C6A3E33}"/>
                </a:ext>
              </a:extLst>
            </p:cNvPr>
            <p:cNvSpPr/>
            <p:nvPr/>
          </p:nvSpPr>
          <p:spPr>
            <a:xfrm flipH="1">
              <a:off x="3171844" y="4453451"/>
              <a:ext cx="1372745" cy="696750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4AA39A9-F35F-514F-BC25-1EC56F808830}"/>
              </a:ext>
            </a:extLst>
          </p:cNvPr>
          <p:cNvGrpSpPr/>
          <p:nvPr/>
        </p:nvGrpSpPr>
        <p:grpSpPr>
          <a:xfrm rot="16200000">
            <a:off x="1037653" y="3937589"/>
            <a:ext cx="950570" cy="381066"/>
            <a:chOff x="3171844" y="3756701"/>
            <a:chExt cx="2766247" cy="13935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2509F60-978A-2149-B76A-0F2AA2DF22EC}"/>
                </a:ext>
              </a:extLst>
            </p:cNvPr>
            <p:cNvSpPr/>
            <p:nvPr/>
          </p:nvSpPr>
          <p:spPr>
            <a:xfrm>
              <a:off x="4544592" y="3756702"/>
              <a:ext cx="1393499" cy="1393499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4" name="직각 삼각형[R] 23">
              <a:extLst>
                <a:ext uri="{FF2B5EF4-FFF2-40B4-BE49-F238E27FC236}">
                  <a16:creationId xmlns:a16="http://schemas.microsoft.com/office/drawing/2014/main" id="{696A41AA-8135-2F46-A39D-0DE6FE2AAC6F}"/>
                </a:ext>
              </a:extLst>
            </p:cNvPr>
            <p:cNvSpPr/>
            <p:nvPr/>
          </p:nvSpPr>
          <p:spPr>
            <a:xfrm flipH="1" flipV="1">
              <a:off x="3171845" y="3756701"/>
              <a:ext cx="1372745" cy="696749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5" name="직각 삼각형[R] 24">
              <a:extLst>
                <a:ext uri="{FF2B5EF4-FFF2-40B4-BE49-F238E27FC236}">
                  <a16:creationId xmlns:a16="http://schemas.microsoft.com/office/drawing/2014/main" id="{FC88C3C8-E88D-B748-8C88-633D5920C7B8}"/>
                </a:ext>
              </a:extLst>
            </p:cNvPr>
            <p:cNvSpPr/>
            <p:nvPr/>
          </p:nvSpPr>
          <p:spPr>
            <a:xfrm flipH="1">
              <a:off x="3171844" y="4453451"/>
              <a:ext cx="1372745" cy="696750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E9BCC86-46CE-FC4E-9250-826ED8EB7EAE}"/>
              </a:ext>
            </a:extLst>
          </p:cNvPr>
          <p:cNvGrpSpPr/>
          <p:nvPr/>
        </p:nvGrpSpPr>
        <p:grpSpPr>
          <a:xfrm>
            <a:off x="385118" y="4159936"/>
            <a:ext cx="692517" cy="381067"/>
            <a:chOff x="3171844" y="3756701"/>
            <a:chExt cx="2766247" cy="13935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3BA7623-AF48-7F4C-8CB7-996C10110BBA}"/>
                </a:ext>
              </a:extLst>
            </p:cNvPr>
            <p:cNvSpPr/>
            <p:nvPr/>
          </p:nvSpPr>
          <p:spPr>
            <a:xfrm>
              <a:off x="4544592" y="3756702"/>
              <a:ext cx="1393499" cy="1393499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32" name="직각 삼각형[R] 31">
              <a:extLst>
                <a:ext uri="{FF2B5EF4-FFF2-40B4-BE49-F238E27FC236}">
                  <a16:creationId xmlns:a16="http://schemas.microsoft.com/office/drawing/2014/main" id="{43AD2330-13C0-9546-A0D9-3BB33B756383}"/>
                </a:ext>
              </a:extLst>
            </p:cNvPr>
            <p:cNvSpPr/>
            <p:nvPr/>
          </p:nvSpPr>
          <p:spPr>
            <a:xfrm flipH="1" flipV="1">
              <a:off x="3171845" y="3756701"/>
              <a:ext cx="1372745" cy="696749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3" name="직각 삼각형[R] 32">
              <a:extLst>
                <a:ext uri="{FF2B5EF4-FFF2-40B4-BE49-F238E27FC236}">
                  <a16:creationId xmlns:a16="http://schemas.microsoft.com/office/drawing/2014/main" id="{838FDB33-8082-9447-9FBE-B7F59F2F5070}"/>
                </a:ext>
              </a:extLst>
            </p:cNvPr>
            <p:cNvSpPr/>
            <p:nvPr/>
          </p:nvSpPr>
          <p:spPr>
            <a:xfrm flipH="1">
              <a:off x="3171844" y="4453451"/>
              <a:ext cx="1372745" cy="696750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4F7CF21-0B32-174D-AB96-AA90406D85F4}"/>
              </a:ext>
            </a:extLst>
          </p:cNvPr>
          <p:cNvGrpSpPr/>
          <p:nvPr/>
        </p:nvGrpSpPr>
        <p:grpSpPr>
          <a:xfrm rot="16200000">
            <a:off x="1596218" y="3937588"/>
            <a:ext cx="950570" cy="381067"/>
            <a:chOff x="3171844" y="3756701"/>
            <a:chExt cx="2766247" cy="139350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5CD44BD-0A57-DD4C-9913-A8131C7BD83D}"/>
                </a:ext>
              </a:extLst>
            </p:cNvPr>
            <p:cNvSpPr/>
            <p:nvPr/>
          </p:nvSpPr>
          <p:spPr>
            <a:xfrm>
              <a:off x="4544592" y="3756702"/>
              <a:ext cx="1393499" cy="1393499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36" name="직각 삼각형[R] 35">
              <a:extLst>
                <a:ext uri="{FF2B5EF4-FFF2-40B4-BE49-F238E27FC236}">
                  <a16:creationId xmlns:a16="http://schemas.microsoft.com/office/drawing/2014/main" id="{F12D80DC-64BE-1F41-89ED-FDEADCAE47A2}"/>
                </a:ext>
              </a:extLst>
            </p:cNvPr>
            <p:cNvSpPr/>
            <p:nvPr/>
          </p:nvSpPr>
          <p:spPr>
            <a:xfrm flipH="1" flipV="1">
              <a:off x="3171845" y="3756701"/>
              <a:ext cx="1372745" cy="696749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7" name="직각 삼각형[R] 36">
              <a:extLst>
                <a:ext uri="{FF2B5EF4-FFF2-40B4-BE49-F238E27FC236}">
                  <a16:creationId xmlns:a16="http://schemas.microsoft.com/office/drawing/2014/main" id="{63306A0B-4F23-3141-9009-2F0C389B0528}"/>
                </a:ext>
              </a:extLst>
            </p:cNvPr>
            <p:cNvSpPr/>
            <p:nvPr/>
          </p:nvSpPr>
          <p:spPr>
            <a:xfrm flipH="1">
              <a:off x="3171844" y="4453451"/>
              <a:ext cx="1372745" cy="696750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39" name="갈매기형 수장[C] 38">
            <a:extLst>
              <a:ext uri="{FF2B5EF4-FFF2-40B4-BE49-F238E27FC236}">
                <a16:creationId xmlns:a16="http://schemas.microsoft.com/office/drawing/2014/main" id="{D032EE78-4369-6647-BB77-FD930A9AFD91}"/>
              </a:ext>
            </a:extLst>
          </p:cNvPr>
          <p:cNvSpPr/>
          <p:nvPr/>
        </p:nvSpPr>
        <p:spPr>
          <a:xfrm>
            <a:off x="370856" y="4993219"/>
            <a:ext cx="819166" cy="497628"/>
          </a:xfrm>
          <a:prstGeom prst="chevron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97A540F-260C-2B4E-95F8-5B1DB571AEB0}"/>
              </a:ext>
            </a:extLst>
          </p:cNvPr>
          <p:cNvGrpSpPr/>
          <p:nvPr/>
        </p:nvGrpSpPr>
        <p:grpSpPr>
          <a:xfrm>
            <a:off x="1245750" y="4695358"/>
            <a:ext cx="921019" cy="896730"/>
            <a:chOff x="3067087" y="4193063"/>
            <a:chExt cx="1537964" cy="1488700"/>
          </a:xfrm>
        </p:grpSpPr>
        <p:sp>
          <p:nvSpPr>
            <p:cNvPr id="38" name="포인트가 5개인 별[5] 37">
              <a:extLst>
                <a:ext uri="{FF2B5EF4-FFF2-40B4-BE49-F238E27FC236}">
                  <a16:creationId xmlns:a16="http://schemas.microsoft.com/office/drawing/2014/main" id="{691C5A44-5FFA-7245-9517-0EF1624FAC94}"/>
                </a:ext>
              </a:extLst>
            </p:cNvPr>
            <p:cNvSpPr/>
            <p:nvPr/>
          </p:nvSpPr>
          <p:spPr>
            <a:xfrm>
              <a:off x="3067087" y="4193063"/>
              <a:ext cx="1537964" cy="1488700"/>
            </a:xfrm>
            <a:prstGeom prst="star5">
              <a:avLst/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40" name="포인트가 5개인 별[5] 39">
              <a:extLst>
                <a:ext uri="{FF2B5EF4-FFF2-40B4-BE49-F238E27FC236}">
                  <a16:creationId xmlns:a16="http://schemas.microsoft.com/office/drawing/2014/main" id="{B80ED80A-9348-0C42-A6F0-7D3DA0D0FC04}"/>
                </a:ext>
              </a:extLst>
            </p:cNvPr>
            <p:cNvSpPr/>
            <p:nvPr/>
          </p:nvSpPr>
          <p:spPr>
            <a:xfrm>
              <a:off x="3251823" y="4350089"/>
              <a:ext cx="1353228" cy="1296866"/>
            </a:xfrm>
            <a:prstGeom prst="star5">
              <a:avLst/>
            </a:prstGeom>
            <a:pattFill prst="ltUpDiag">
              <a:fgClr>
                <a:schemeClr val="accent4">
                  <a:lumMod val="75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p:sp>
        <p:nvSpPr>
          <p:cNvPr id="46" name="평행 사변형[P] 45">
            <a:extLst>
              <a:ext uri="{FF2B5EF4-FFF2-40B4-BE49-F238E27FC236}">
                <a16:creationId xmlns:a16="http://schemas.microsoft.com/office/drawing/2014/main" id="{D9A2800E-5A7E-2E45-854C-B7AF6165F8D6}"/>
              </a:ext>
            </a:extLst>
          </p:cNvPr>
          <p:cNvSpPr/>
          <p:nvPr/>
        </p:nvSpPr>
        <p:spPr>
          <a:xfrm>
            <a:off x="474271" y="5951508"/>
            <a:ext cx="1787765" cy="264149"/>
          </a:xfrm>
          <a:prstGeom prst="parallelogram">
            <a:avLst/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48" name="그림 47" descr="문구, 봉투, 벡터그래픽, 명함이(가) 표시된 사진&#10;&#10;자동 생성된 설명">
            <a:extLst>
              <a:ext uri="{FF2B5EF4-FFF2-40B4-BE49-F238E27FC236}">
                <a16:creationId xmlns:a16="http://schemas.microsoft.com/office/drawing/2014/main" id="{1DC54A35-03BC-3149-8076-23008C41AC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549635" y="2942689"/>
            <a:ext cx="914400" cy="8890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20CFCD11-CE46-7242-9C50-9B05C815E2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630478" y="3295650"/>
            <a:ext cx="1371600" cy="2667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7B33F83-4D75-1249-9FED-A8A3B3AA0FCB}"/>
              </a:ext>
            </a:extLst>
          </p:cNvPr>
          <p:cNvSpPr txBox="1"/>
          <p:nvPr/>
        </p:nvSpPr>
        <p:spPr>
          <a:xfrm>
            <a:off x="3433430" y="2299941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ore-KR" sz="2800" b="1" dirty="0"/>
              <a:t>PNG(Image)</a:t>
            </a:r>
            <a:endParaRPr kumimoji="1" lang="ko-Kore-KR" altLang="en-US" sz="2800" b="1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E6CA3BC9-EB4D-5C40-B883-25580B1D237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680511" y="5894649"/>
            <a:ext cx="2889955" cy="76621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B4A7B76A-1DFE-4F40-84D7-CADF5DCE2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255" y="4541003"/>
            <a:ext cx="1279825" cy="106652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57DBB23-3575-A246-9213-DDF8955BB656}"/>
              </a:ext>
            </a:extLst>
          </p:cNvPr>
          <p:cNvSpPr txBox="1"/>
          <p:nvPr/>
        </p:nvSpPr>
        <p:spPr>
          <a:xfrm>
            <a:off x="8655969" y="4610577"/>
            <a:ext cx="3573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600" b="1" dirty="0"/>
              <a:t>Woody K</a:t>
            </a:r>
          </a:p>
          <a:p>
            <a:r>
              <a:rPr kumimoji="1" lang="en-US" altLang="ko-Kore-KR" sz="1400" b="1" dirty="0"/>
              <a:t>Contact: woody35545@gmail.com</a:t>
            </a:r>
          </a:p>
          <a:p>
            <a:r>
              <a:rPr kumimoji="1" lang="en-US" altLang="ko-Kore-KR" sz="1400" b="1" dirty="0" err="1"/>
              <a:t>Github</a:t>
            </a:r>
            <a:r>
              <a:rPr kumimoji="1" lang="en-US" altLang="ko-Kore-KR" sz="1400" dirty="0"/>
              <a:t>: </a:t>
            </a:r>
            <a:r>
              <a:rPr kumimoji="1" lang="en-US" altLang="ko-Kore-KR" sz="1400" u="sng" dirty="0"/>
              <a:t>https://</a:t>
            </a:r>
            <a:r>
              <a:rPr kumimoji="1" lang="en-US" altLang="ko-Kore-KR" sz="1400" u="sng" dirty="0" err="1"/>
              <a:t>github.com</a:t>
            </a:r>
            <a:r>
              <a:rPr kumimoji="1" lang="en-US" altLang="ko-Kore-KR" sz="1400" u="sng" dirty="0"/>
              <a:t>/woody35545</a:t>
            </a:r>
            <a:endParaRPr kumimoji="1" lang="ko-Kore-KR" altLang="en-US" sz="1400" u="sng" dirty="0"/>
          </a:p>
          <a:p>
            <a:r>
              <a:rPr kumimoji="1" lang="en-US" altLang="ko-Kore-KR" sz="1400" i="1" dirty="0"/>
              <a:t>CNU, Computer Science and Engineering</a:t>
            </a:r>
          </a:p>
          <a:p>
            <a:endParaRPr kumimoji="1" lang="ko-Kore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9323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64</Words>
  <Application>Microsoft Macintosh PowerPoint</Application>
  <PresentationFormat>와이드스크린</PresentationFormat>
  <Paragraphs>29</Paragraphs>
  <Slides>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테마</vt:lpstr>
      <vt:lpstr>Data Visualization for Python</vt:lpstr>
      <vt:lpstr>PowerPoint 프레젠테이션</vt:lpstr>
      <vt:lpstr>PowerPoint 프레젠테이션</vt:lpstr>
      <vt:lpstr>PowerPoint 프레젠테이션</vt:lpstr>
      <vt:lpstr>Main Title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for Python</dc:title>
  <dc:creator>Darrell Scott</dc:creator>
  <cp:lastModifiedBy>Darrell Scott</cp:lastModifiedBy>
  <cp:revision>8</cp:revision>
  <dcterms:created xsi:type="dcterms:W3CDTF">2022-06-18T13:57:02Z</dcterms:created>
  <dcterms:modified xsi:type="dcterms:W3CDTF">2022-06-18T14:49:13Z</dcterms:modified>
</cp:coreProperties>
</file>