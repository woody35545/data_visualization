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5" r:id="rId2"/>
    <p:sldId id="274" r:id="rId3"/>
    <p:sldId id="264" r:id="rId4"/>
    <p:sldId id="269" r:id="rId5"/>
    <p:sldId id="266" r:id="rId6"/>
    <p:sldId id="268" r:id="rId7"/>
    <p:sldId id="261" r:id="rId8"/>
    <p:sldId id="287" r:id="rId9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3883108-2C94-0B46-9159-4CA9810B0083}">
          <p14:sldIdLst/>
        </p14:section>
        <p14:section name="Pages" id="{9F1DE818-9CA4-9C43-812E-1121F108EDF7}">
          <p14:sldIdLst>
            <p14:sldId id="265"/>
            <p14:sldId id="274"/>
            <p14:sldId id="264"/>
            <p14:sldId id="269"/>
            <p14:sldId id="266"/>
            <p14:sldId id="268"/>
            <p14:sldId id="261"/>
            <p14:sldId id="2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579" autoAdjust="0"/>
    <p:restoredTop sz="94774"/>
  </p:normalViewPr>
  <p:slideViewPr>
    <p:cSldViewPr snapToGrid="0" snapToObjects="1">
      <p:cViewPr>
        <p:scale>
          <a:sx n="80" d="100"/>
          <a:sy n="80" d="100"/>
        </p:scale>
        <p:origin x="1014" y="6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E44EC5-2658-5241-8FEC-97C51D54263B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C3CAD6-2EA3-2D4D-A844-F6D29B7EC6CB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1130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ore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1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25187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4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3980542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C3CAD6-2EA3-2D4D-A844-F6D29B7EC6CB}" type="slidenum">
              <a:rPr kumimoji="1" lang="ko-Kore-KR" altLang="en-US" smtClean="0"/>
              <a:t>7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10778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9F0F6-9D80-D841-80E2-40A3D3BE5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88C097-0D80-F448-96DF-F4F91E178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E443E2-5130-DB4A-B350-EEE49E030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4834BD-4622-BE46-89AF-813101850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C2D0FD-1CB1-AB48-A503-F36EF1523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090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57458-8556-CE41-B5F2-0E8DB1E8C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43BAA9-348A-0F40-AC8B-1FD05E20B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B55B3B-9DB3-5D4D-A23C-F6DE69FC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C50EE2-F428-1A49-9BCD-A171D8320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798F04-8E6B-794B-8E69-7D78CD16E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3044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F38349-D7BB-594D-9C44-51B976853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C2D09-FB21-734E-8125-F65094384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EA32D2-3CF1-5743-999F-1D621F9DB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ED534-D94C-4443-9F4D-1BAA9912F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E0F8BB-01E0-7846-9477-56D6EF8F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82316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82CE7D-A392-8043-8450-4A3C5800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B7067A-2E39-BA43-99FE-EF97A232E6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1D4FE7-B91A-DE46-AECA-9A6CD2A84A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3ACAE0-9219-EE46-9361-F6B652B74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7B884CF-376E-A045-87EE-756606A7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4150FFC-233D-1140-8CDF-3A1937648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200532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E6661-1EF2-DD43-980B-4AC6D0734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C40E43-C9B5-684E-AF03-B639E0EF3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D1E8B36-EBCA-7747-B665-DF5CC8C09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B085D3A-4B42-0F48-95A2-7EA3BA47EB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5A174D6-61CE-8D4C-9983-1FC5D8D97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A139E30-CC7D-9044-83B7-CC5BC7877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42F0A4-3610-9346-AD0C-8A6A4B713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DE70765-2010-2E43-BADF-06C00A606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11036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E064BB-8DB8-124D-9499-B0D2DC76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EAF34A-21DC-6A49-8AB6-ACAE5B5B1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A849471-3C70-924A-B4AE-69FF3FBA7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3B5205B-E3F2-7B4C-9E45-0FEFF32B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99946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7F36291-87ED-C040-BABC-A15611D26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FB367C0-C0DD-F447-9CD8-6AB9C5941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6D72AE-5B91-464C-8689-7734508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747375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823F2D-CC23-6E4B-8798-54F427F2C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1503E0-C298-B34C-8681-BFB621C05D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CB98F5-0786-8045-B50C-286D20602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E5CF5-EE21-EF47-8EE8-FFC1E1566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EC51E6-1924-874A-9DC9-1E0E9FADF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51FA01-08C2-9D4E-A648-17B06F43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23688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95E864-71F2-8242-9FF8-FD3FE7A22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C5C78A4-AFDC-1C4E-B38B-B5F36F4422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2A7358-95AF-9247-B0DC-6D1956DE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CB3145-7DE2-934E-B505-E05AE85A8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6DB346-1D5B-B24C-A919-1DF4B953C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0BB458-C5CD-EB4E-A781-429A2140D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919034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77CBBA-5170-324D-A9EF-A529961CC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6E2777-5BE0-B941-8B4A-7091847F1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777CF-D123-304F-9B7F-D07651ADE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CAAE3F-1BEA-204C-BA5F-01A1230F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379AC5-A9CC-0B40-B0BC-C083EB5B3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63560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B300995-8DF7-1542-91F3-456A40F96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63EC194-14F2-1A4A-84C2-0A5A950B1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A2147D-C67D-284C-9A5B-6AD652004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742349-2CDC-2044-85B8-ACCD3F439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8CB558-8B85-3746-B172-35BC597AB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10569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09F5F1-DCD8-6547-8EB1-1DF9725D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2569DC-0109-7C40-8A22-4FE8F26754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9D69A4-925D-3647-B290-29DA8CEA42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3EB09-8D99-864B-8667-B720372FC79C}" type="datetimeFigureOut">
              <a:rPr kumimoji="1" lang="ko-Kore-KR" altLang="en-US" smtClean="0"/>
              <a:t>06/19/2022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87D517-94F8-EF4F-BBF2-AB9F488D32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0BBB1B-2A5F-F64B-9CAD-7D5161E048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49D4E6-6172-6C4F-9200-1578D7DDE187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67959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1DF41-66E1-2E46-BCE8-C27A3903D4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164" y="606285"/>
            <a:ext cx="9144000" cy="1830251"/>
          </a:xfrm>
        </p:spPr>
        <p:txBody>
          <a:bodyPr/>
          <a:lstStyle/>
          <a:p>
            <a:pPr algn="l"/>
            <a:r>
              <a:rPr kumimoji="1" lang="en-US" altLang="ko-Kore-KR" b="1" dirty="0"/>
              <a:t>Main Title</a:t>
            </a:r>
            <a:endParaRPr kumimoji="1" lang="ko-Kore-KR" altLang="en-US" b="1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2CABB6-8249-3D49-89A0-E4BF28A48E1A}"/>
              </a:ext>
            </a:extLst>
          </p:cNvPr>
          <p:cNvSpPr/>
          <p:nvPr/>
        </p:nvSpPr>
        <p:spPr>
          <a:xfrm>
            <a:off x="728872" y="914401"/>
            <a:ext cx="185531" cy="135280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310001C4-BE95-F34D-BA83-7219E5EF86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5110" y="5622824"/>
            <a:ext cx="3989993" cy="1057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7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7F300A9E-88F2-7C71-8D10-B3670C25885D}"/>
              </a:ext>
            </a:extLst>
          </p:cNvPr>
          <p:cNvSpPr txBox="1">
            <a:spLocks/>
          </p:cNvSpPr>
          <p:nvPr/>
        </p:nvSpPr>
        <p:spPr>
          <a:xfrm>
            <a:off x="858060" y="616029"/>
            <a:ext cx="9144000" cy="1830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ko-Kore-KR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623CE7-20C7-09CE-37A1-175C41AF7D8C}"/>
              </a:ext>
            </a:extLst>
          </p:cNvPr>
          <p:cNvSpPr txBox="1"/>
          <p:nvPr/>
        </p:nvSpPr>
        <p:spPr>
          <a:xfrm>
            <a:off x="3210654" y="3080449"/>
            <a:ext cx="748095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b="1">
                <a:solidFill>
                  <a:schemeClr val="tx1">
                    <a:lumMod val="85000"/>
                    <a:lumOff val="15000"/>
                  </a:schemeClr>
                </a:solidFill>
              </a:rPr>
              <a:t>Chapter2 - title</a:t>
            </a:r>
            <a:endParaRPr lang="ko-KR" altLang="en-US" sz="8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3" name="제목 1">
            <a:extLst>
              <a:ext uri="{FF2B5EF4-FFF2-40B4-BE49-F238E27FC236}">
                <a16:creationId xmlns:a16="http://schemas.microsoft.com/office/drawing/2014/main" id="{DE29AE6D-B578-A19D-092F-C4E98040A51B}"/>
              </a:ext>
            </a:extLst>
          </p:cNvPr>
          <p:cNvSpPr txBox="1">
            <a:spLocks/>
          </p:cNvSpPr>
          <p:nvPr/>
        </p:nvSpPr>
        <p:spPr>
          <a:xfrm>
            <a:off x="3246360" y="2027183"/>
            <a:ext cx="9144000" cy="1357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6000" b="1">
                <a:solidFill>
                  <a:schemeClr val="tx1">
                    <a:lumMod val="85000"/>
                    <a:lumOff val="15000"/>
                  </a:schemeClr>
                </a:solidFill>
              </a:rPr>
              <a:t>Title</a:t>
            </a:r>
            <a:endParaRPr kumimoji="1" lang="ko-Kore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D76AA4-D083-613D-C35E-9E78F2562F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8"/>
            <a:ext cx="2889956" cy="766213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E5CC54-B75B-870E-C626-E19F80EA99B6}"/>
              </a:ext>
            </a:extLst>
          </p:cNvPr>
          <p:cNvGrpSpPr/>
          <p:nvPr/>
        </p:nvGrpSpPr>
        <p:grpSpPr>
          <a:xfrm>
            <a:off x="1317627" y="2027183"/>
            <a:ext cx="1659837" cy="2124591"/>
            <a:chOff x="1317627" y="2027183"/>
            <a:chExt cx="1659837" cy="2124591"/>
          </a:xfrm>
          <a:pattFill prst="pct5">
            <a:fgClr>
              <a:schemeClr val="bg1">
                <a:lumMod val="95000"/>
              </a:schemeClr>
            </a:fgClr>
            <a:bgClr>
              <a:schemeClr val="bg2">
                <a:lumMod val="25000"/>
              </a:schemeClr>
            </a:bgClr>
          </a:pattFill>
        </p:grpSpPr>
        <p:sp>
          <p:nvSpPr>
            <p:cNvPr id="7" name="자유형: 도형 6">
              <a:extLst>
                <a:ext uri="{FF2B5EF4-FFF2-40B4-BE49-F238E27FC236}">
                  <a16:creationId xmlns:a16="http://schemas.microsoft.com/office/drawing/2014/main" id="{9E6A5E38-201A-2A37-E8BC-4E38ABFBEF18}"/>
                </a:ext>
              </a:extLst>
            </p:cNvPr>
            <p:cNvSpPr/>
            <p:nvPr/>
          </p:nvSpPr>
          <p:spPr>
            <a:xfrm>
              <a:off x="1317627" y="2823905"/>
              <a:ext cx="1659837" cy="1327869"/>
            </a:xfrm>
            <a:custGeom>
              <a:avLst/>
              <a:gdLst>
                <a:gd name="connsiteX0" fmla="*/ 1659837 w 1659837"/>
                <a:gd name="connsiteY0" fmla="*/ 563017 h 1327869"/>
                <a:gd name="connsiteX1" fmla="*/ 1274755 w 1659837"/>
                <a:gd name="connsiteY1" fmla="*/ 159344 h 1327869"/>
                <a:gd name="connsiteX2" fmla="*/ 1274755 w 1659837"/>
                <a:gd name="connsiteY2" fmla="*/ 0 h 1327869"/>
                <a:gd name="connsiteX3" fmla="*/ 0 w 1659837"/>
                <a:gd name="connsiteY3" fmla="*/ 0 h 1327869"/>
                <a:gd name="connsiteX4" fmla="*/ 0 w 1659837"/>
                <a:gd name="connsiteY4" fmla="*/ 1221640 h 1327869"/>
                <a:gd name="connsiteX5" fmla="*/ 106230 w 1659837"/>
                <a:gd name="connsiteY5" fmla="*/ 1327870 h 1327869"/>
                <a:gd name="connsiteX6" fmla="*/ 1168525 w 1659837"/>
                <a:gd name="connsiteY6" fmla="*/ 1327870 h 1327869"/>
                <a:gd name="connsiteX7" fmla="*/ 1274755 w 1659837"/>
                <a:gd name="connsiteY7" fmla="*/ 1221640 h 1327869"/>
                <a:gd name="connsiteX8" fmla="*/ 1274755 w 1659837"/>
                <a:gd name="connsiteY8" fmla="*/ 969345 h 1327869"/>
                <a:gd name="connsiteX9" fmla="*/ 1659837 w 1659837"/>
                <a:gd name="connsiteY9" fmla="*/ 563017 h 1327869"/>
                <a:gd name="connsiteX10" fmla="*/ 1277411 w 1659837"/>
                <a:gd name="connsiteY10" fmla="*/ 810001 h 1327869"/>
                <a:gd name="connsiteX11" fmla="*/ 1277411 w 1659837"/>
                <a:gd name="connsiteY11" fmla="*/ 318689 h 1327869"/>
                <a:gd name="connsiteX12" fmla="*/ 1503149 w 1659837"/>
                <a:gd name="connsiteY12" fmla="*/ 563017 h 1327869"/>
                <a:gd name="connsiteX13" fmla="*/ 1277411 w 1659837"/>
                <a:gd name="connsiteY13" fmla="*/ 810001 h 1327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59837" h="1327869">
                  <a:moveTo>
                    <a:pt x="1659837" y="563017"/>
                  </a:moveTo>
                  <a:cubicBezTo>
                    <a:pt x="1659837" y="345246"/>
                    <a:pt x="1489870" y="169967"/>
                    <a:pt x="1274755" y="159344"/>
                  </a:cubicBezTo>
                  <a:lnTo>
                    <a:pt x="1274755" y="0"/>
                  </a:lnTo>
                  <a:lnTo>
                    <a:pt x="0" y="0"/>
                  </a:lnTo>
                  <a:lnTo>
                    <a:pt x="0" y="1221640"/>
                  </a:lnTo>
                  <a:cubicBezTo>
                    <a:pt x="0" y="1280066"/>
                    <a:pt x="47803" y="1327870"/>
                    <a:pt x="106230" y="1327870"/>
                  </a:cubicBezTo>
                  <a:lnTo>
                    <a:pt x="1168525" y="1327870"/>
                  </a:lnTo>
                  <a:cubicBezTo>
                    <a:pt x="1226952" y="1327870"/>
                    <a:pt x="1274755" y="1280066"/>
                    <a:pt x="1274755" y="1221640"/>
                  </a:cubicBezTo>
                  <a:lnTo>
                    <a:pt x="1274755" y="969345"/>
                  </a:lnTo>
                  <a:cubicBezTo>
                    <a:pt x="1489870" y="958722"/>
                    <a:pt x="1659837" y="780788"/>
                    <a:pt x="1659837" y="563017"/>
                  </a:cubicBezTo>
                  <a:close/>
                  <a:moveTo>
                    <a:pt x="1277411" y="810001"/>
                  </a:moveTo>
                  <a:lnTo>
                    <a:pt x="1277411" y="318689"/>
                  </a:lnTo>
                  <a:cubicBezTo>
                    <a:pt x="1404886" y="329312"/>
                    <a:pt x="1503149" y="435541"/>
                    <a:pt x="1503149" y="563017"/>
                  </a:cubicBezTo>
                  <a:cubicBezTo>
                    <a:pt x="1503149" y="690492"/>
                    <a:pt x="1402231" y="799378"/>
                    <a:pt x="1277411" y="810001"/>
                  </a:cubicBezTo>
                  <a:close/>
                </a:path>
              </a:pathLst>
            </a:custGeom>
            <a:grpFill/>
            <a:ln w="34925" cap="flat" cmpd="sng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8" name="자유형: 도형 7">
              <a:extLst>
                <a:ext uri="{FF2B5EF4-FFF2-40B4-BE49-F238E27FC236}">
                  <a16:creationId xmlns:a16="http://schemas.microsoft.com/office/drawing/2014/main" id="{4E95C5D5-2811-3DB1-51CF-C9CA3BCEA04E}"/>
                </a:ext>
              </a:extLst>
            </p:cNvPr>
            <p:cNvSpPr/>
            <p:nvPr/>
          </p:nvSpPr>
          <p:spPr>
            <a:xfrm>
              <a:off x="1851431" y="2027183"/>
              <a:ext cx="185901" cy="480688"/>
            </a:xfrm>
            <a:custGeom>
              <a:avLst/>
              <a:gdLst>
                <a:gd name="connsiteX0" fmla="*/ 55771 w 185901"/>
                <a:gd name="connsiteY0" fmla="*/ 278853 h 480688"/>
                <a:gd name="connsiteX1" fmla="*/ 79672 w 185901"/>
                <a:gd name="connsiteY1" fmla="*/ 334623 h 480688"/>
                <a:gd name="connsiteX2" fmla="*/ 55771 w 185901"/>
                <a:gd name="connsiteY2" fmla="*/ 390394 h 480688"/>
                <a:gd name="connsiteX3" fmla="*/ 55771 w 185901"/>
                <a:gd name="connsiteY3" fmla="*/ 464754 h 480688"/>
                <a:gd name="connsiteX4" fmla="*/ 92951 w 185901"/>
                <a:gd name="connsiteY4" fmla="*/ 480689 h 480688"/>
                <a:gd name="connsiteX5" fmla="*/ 130131 w 185901"/>
                <a:gd name="connsiteY5" fmla="*/ 464754 h 480688"/>
                <a:gd name="connsiteX6" fmla="*/ 185902 w 185901"/>
                <a:gd name="connsiteY6" fmla="*/ 331967 h 480688"/>
                <a:gd name="connsiteX7" fmla="*/ 130131 w 185901"/>
                <a:gd name="connsiteY7" fmla="*/ 201836 h 480688"/>
                <a:gd name="connsiteX8" fmla="*/ 130131 w 185901"/>
                <a:gd name="connsiteY8" fmla="*/ 201836 h 480688"/>
                <a:gd name="connsiteX9" fmla="*/ 130131 w 185901"/>
                <a:gd name="connsiteY9" fmla="*/ 90295 h 480688"/>
                <a:gd name="connsiteX10" fmla="*/ 130131 w 185901"/>
                <a:gd name="connsiteY10" fmla="*/ 15934 h 480688"/>
                <a:gd name="connsiteX11" fmla="*/ 55771 w 185901"/>
                <a:gd name="connsiteY11" fmla="*/ 15934 h 480688"/>
                <a:gd name="connsiteX12" fmla="*/ 55771 w 185901"/>
                <a:gd name="connsiteY12" fmla="*/ 278853 h 480688"/>
                <a:gd name="connsiteX13" fmla="*/ 55771 w 185901"/>
                <a:gd name="connsiteY13" fmla="*/ 278853 h 48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901" h="480688">
                  <a:moveTo>
                    <a:pt x="55771" y="278853"/>
                  </a:moveTo>
                  <a:cubicBezTo>
                    <a:pt x="71705" y="294787"/>
                    <a:pt x="79672" y="313377"/>
                    <a:pt x="79672" y="334623"/>
                  </a:cubicBezTo>
                  <a:cubicBezTo>
                    <a:pt x="79672" y="355869"/>
                    <a:pt x="71705" y="377115"/>
                    <a:pt x="55771" y="390394"/>
                  </a:cubicBezTo>
                  <a:cubicBezTo>
                    <a:pt x="34525" y="411640"/>
                    <a:pt x="34525" y="443509"/>
                    <a:pt x="55771" y="464754"/>
                  </a:cubicBezTo>
                  <a:cubicBezTo>
                    <a:pt x="66393" y="475377"/>
                    <a:pt x="79672" y="480689"/>
                    <a:pt x="92951" y="480689"/>
                  </a:cubicBezTo>
                  <a:cubicBezTo>
                    <a:pt x="106230" y="480689"/>
                    <a:pt x="119508" y="475377"/>
                    <a:pt x="130131" y="464754"/>
                  </a:cubicBezTo>
                  <a:cubicBezTo>
                    <a:pt x="164656" y="430230"/>
                    <a:pt x="185902" y="382426"/>
                    <a:pt x="185902" y="331967"/>
                  </a:cubicBezTo>
                  <a:cubicBezTo>
                    <a:pt x="185902" y="281508"/>
                    <a:pt x="167312" y="236361"/>
                    <a:pt x="130131" y="201836"/>
                  </a:cubicBezTo>
                  <a:cubicBezTo>
                    <a:pt x="130131" y="201836"/>
                    <a:pt x="130131" y="201836"/>
                    <a:pt x="130131" y="201836"/>
                  </a:cubicBezTo>
                  <a:cubicBezTo>
                    <a:pt x="98262" y="169967"/>
                    <a:pt x="98262" y="119508"/>
                    <a:pt x="130131" y="90295"/>
                  </a:cubicBezTo>
                  <a:cubicBezTo>
                    <a:pt x="151377" y="69049"/>
                    <a:pt x="151377" y="37180"/>
                    <a:pt x="130131" y="15934"/>
                  </a:cubicBezTo>
                  <a:cubicBezTo>
                    <a:pt x="108885" y="-5311"/>
                    <a:pt x="77016" y="-5311"/>
                    <a:pt x="55771" y="15934"/>
                  </a:cubicBezTo>
                  <a:cubicBezTo>
                    <a:pt x="-18590" y="87639"/>
                    <a:pt x="-18590" y="207148"/>
                    <a:pt x="55771" y="278853"/>
                  </a:cubicBezTo>
                  <a:cubicBezTo>
                    <a:pt x="55771" y="278853"/>
                    <a:pt x="55771" y="278853"/>
                    <a:pt x="55771" y="278853"/>
                  </a:cubicBezTo>
                  <a:close/>
                </a:path>
              </a:pathLst>
            </a:custGeom>
            <a:grpFill/>
            <a:ln w="34925" cap="flat" cmpd="sng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39379E27-BE8C-533A-198C-E7D7FF6F151D}"/>
                </a:ext>
              </a:extLst>
            </p:cNvPr>
            <p:cNvSpPr/>
            <p:nvPr/>
          </p:nvSpPr>
          <p:spPr>
            <a:xfrm>
              <a:off x="2140906" y="2181216"/>
              <a:ext cx="183909" cy="480688"/>
            </a:xfrm>
            <a:custGeom>
              <a:avLst/>
              <a:gdLst>
                <a:gd name="connsiteX0" fmla="*/ 55770 w 183909"/>
                <a:gd name="connsiteY0" fmla="*/ 278853 h 480688"/>
                <a:gd name="connsiteX1" fmla="*/ 55770 w 183909"/>
                <a:gd name="connsiteY1" fmla="*/ 390394 h 480688"/>
                <a:gd name="connsiteX2" fmla="*/ 55770 w 183909"/>
                <a:gd name="connsiteY2" fmla="*/ 464754 h 480688"/>
                <a:gd name="connsiteX3" fmla="*/ 92951 w 183909"/>
                <a:gd name="connsiteY3" fmla="*/ 480689 h 480688"/>
                <a:gd name="connsiteX4" fmla="*/ 130131 w 183909"/>
                <a:gd name="connsiteY4" fmla="*/ 464754 h 480688"/>
                <a:gd name="connsiteX5" fmla="*/ 130131 w 183909"/>
                <a:gd name="connsiteY5" fmla="*/ 201836 h 480688"/>
                <a:gd name="connsiteX6" fmla="*/ 130131 w 183909"/>
                <a:gd name="connsiteY6" fmla="*/ 201836 h 480688"/>
                <a:gd name="connsiteX7" fmla="*/ 106230 w 183909"/>
                <a:gd name="connsiteY7" fmla="*/ 146066 h 480688"/>
                <a:gd name="connsiteX8" fmla="*/ 130131 w 183909"/>
                <a:gd name="connsiteY8" fmla="*/ 90295 h 480688"/>
                <a:gd name="connsiteX9" fmla="*/ 130131 w 183909"/>
                <a:gd name="connsiteY9" fmla="*/ 15934 h 480688"/>
                <a:gd name="connsiteX10" fmla="*/ 55770 w 183909"/>
                <a:gd name="connsiteY10" fmla="*/ 15934 h 480688"/>
                <a:gd name="connsiteX11" fmla="*/ 0 w 183909"/>
                <a:gd name="connsiteY11" fmla="*/ 148721 h 480688"/>
                <a:gd name="connsiteX12" fmla="*/ 55770 w 183909"/>
                <a:gd name="connsiteY12" fmla="*/ 278853 h 480688"/>
                <a:gd name="connsiteX13" fmla="*/ 55770 w 183909"/>
                <a:gd name="connsiteY13" fmla="*/ 278853 h 480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3909" h="480688">
                  <a:moveTo>
                    <a:pt x="55770" y="278853"/>
                  </a:moveTo>
                  <a:cubicBezTo>
                    <a:pt x="87639" y="310722"/>
                    <a:pt x="87639" y="361181"/>
                    <a:pt x="55770" y="390394"/>
                  </a:cubicBezTo>
                  <a:cubicBezTo>
                    <a:pt x="34525" y="411640"/>
                    <a:pt x="34525" y="443509"/>
                    <a:pt x="55770" y="464754"/>
                  </a:cubicBezTo>
                  <a:cubicBezTo>
                    <a:pt x="66393" y="475377"/>
                    <a:pt x="79672" y="480689"/>
                    <a:pt x="92951" y="480689"/>
                  </a:cubicBezTo>
                  <a:cubicBezTo>
                    <a:pt x="106230" y="480689"/>
                    <a:pt x="119508" y="475377"/>
                    <a:pt x="130131" y="464754"/>
                  </a:cubicBezTo>
                  <a:cubicBezTo>
                    <a:pt x="201836" y="393049"/>
                    <a:pt x="201836" y="273541"/>
                    <a:pt x="130131" y="201836"/>
                  </a:cubicBezTo>
                  <a:cubicBezTo>
                    <a:pt x="130131" y="201836"/>
                    <a:pt x="130131" y="201836"/>
                    <a:pt x="130131" y="201836"/>
                  </a:cubicBezTo>
                  <a:cubicBezTo>
                    <a:pt x="114197" y="185902"/>
                    <a:pt x="106230" y="167312"/>
                    <a:pt x="106230" y="146066"/>
                  </a:cubicBezTo>
                  <a:cubicBezTo>
                    <a:pt x="106230" y="124820"/>
                    <a:pt x="114197" y="103574"/>
                    <a:pt x="130131" y="90295"/>
                  </a:cubicBezTo>
                  <a:cubicBezTo>
                    <a:pt x="151377" y="69049"/>
                    <a:pt x="151377" y="37180"/>
                    <a:pt x="130131" y="15934"/>
                  </a:cubicBezTo>
                  <a:cubicBezTo>
                    <a:pt x="108885" y="-5311"/>
                    <a:pt x="77016" y="-5311"/>
                    <a:pt x="55770" y="15934"/>
                  </a:cubicBezTo>
                  <a:cubicBezTo>
                    <a:pt x="21246" y="50459"/>
                    <a:pt x="0" y="98262"/>
                    <a:pt x="0" y="148721"/>
                  </a:cubicBezTo>
                  <a:cubicBezTo>
                    <a:pt x="2656" y="199180"/>
                    <a:pt x="21246" y="244328"/>
                    <a:pt x="55770" y="278853"/>
                  </a:cubicBezTo>
                  <a:cubicBezTo>
                    <a:pt x="55770" y="278853"/>
                    <a:pt x="55770" y="278853"/>
                    <a:pt x="55770" y="278853"/>
                  </a:cubicBezTo>
                  <a:close/>
                </a:path>
              </a:pathLst>
            </a:custGeom>
            <a:grpFill/>
            <a:ln w="34925" cap="flat" cmpd="sng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8B5CCFEA-D4DE-F7B6-2F50-8124EAA62092}"/>
                </a:ext>
              </a:extLst>
            </p:cNvPr>
            <p:cNvSpPr/>
            <p:nvPr/>
          </p:nvSpPr>
          <p:spPr>
            <a:xfrm>
              <a:off x="1585857" y="2178560"/>
              <a:ext cx="185901" cy="483344"/>
            </a:xfrm>
            <a:custGeom>
              <a:avLst/>
              <a:gdLst>
                <a:gd name="connsiteX0" fmla="*/ 55771 w 185901"/>
                <a:gd name="connsiteY0" fmla="*/ 281508 h 483344"/>
                <a:gd name="connsiteX1" fmla="*/ 79672 w 185901"/>
                <a:gd name="connsiteY1" fmla="*/ 337279 h 483344"/>
                <a:gd name="connsiteX2" fmla="*/ 55771 w 185901"/>
                <a:gd name="connsiteY2" fmla="*/ 393049 h 483344"/>
                <a:gd name="connsiteX3" fmla="*/ 55771 w 185901"/>
                <a:gd name="connsiteY3" fmla="*/ 467410 h 483344"/>
                <a:gd name="connsiteX4" fmla="*/ 92951 w 185901"/>
                <a:gd name="connsiteY4" fmla="*/ 483345 h 483344"/>
                <a:gd name="connsiteX5" fmla="*/ 130131 w 185901"/>
                <a:gd name="connsiteY5" fmla="*/ 467410 h 483344"/>
                <a:gd name="connsiteX6" fmla="*/ 185902 w 185901"/>
                <a:gd name="connsiteY6" fmla="*/ 334623 h 483344"/>
                <a:gd name="connsiteX7" fmla="*/ 130131 w 185901"/>
                <a:gd name="connsiteY7" fmla="*/ 201836 h 483344"/>
                <a:gd name="connsiteX8" fmla="*/ 130131 w 185901"/>
                <a:gd name="connsiteY8" fmla="*/ 201836 h 483344"/>
                <a:gd name="connsiteX9" fmla="*/ 130131 w 185901"/>
                <a:gd name="connsiteY9" fmla="*/ 90295 h 483344"/>
                <a:gd name="connsiteX10" fmla="*/ 130131 w 185901"/>
                <a:gd name="connsiteY10" fmla="*/ 15934 h 483344"/>
                <a:gd name="connsiteX11" fmla="*/ 55771 w 185901"/>
                <a:gd name="connsiteY11" fmla="*/ 15934 h 483344"/>
                <a:gd name="connsiteX12" fmla="*/ 55771 w 185901"/>
                <a:gd name="connsiteY12" fmla="*/ 281508 h 483344"/>
                <a:gd name="connsiteX13" fmla="*/ 55771 w 185901"/>
                <a:gd name="connsiteY13" fmla="*/ 281508 h 483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85901" h="483344">
                  <a:moveTo>
                    <a:pt x="55771" y="281508"/>
                  </a:moveTo>
                  <a:cubicBezTo>
                    <a:pt x="71705" y="297443"/>
                    <a:pt x="79672" y="316033"/>
                    <a:pt x="79672" y="337279"/>
                  </a:cubicBezTo>
                  <a:cubicBezTo>
                    <a:pt x="79672" y="358525"/>
                    <a:pt x="71705" y="379771"/>
                    <a:pt x="55771" y="393049"/>
                  </a:cubicBezTo>
                  <a:cubicBezTo>
                    <a:pt x="34525" y="414295"/>
                    <a:pt x="34525" y="446164"/>
                    <a:pt x="55771" y="467410"/>
                  </a:cubicBezTo>
                  <a:cubicBezTo>
                    <a:pt x="66393" y="478033"/>
                    <a:pt x="79672" y="483345"/>
                    <a:pt x="92951" y="483345"/>
                  </a:cubicBezTo>
                  <a:cubicBezTo>
                    <a:pt x="106230" y="483345"/>
                    <a:pt x="119508" y="478033"/>
                    <a:pt x="130131" y="467410"/>
                  </a:cubicBezTo>
                  <a:cubicBezTo>
                    <a:pt x="164656" y="432886"/>
                    <a:pt x="185902" y="385082"/>
                    <a:pt x="185902" y="334623"/>
                  </a:cubicBezTo>
                  <a:cubicBezTo>
                    <a:pt x="185902" y="284164"/>
                    <a:pt x="167312" y="239017"/>
                    <a:pt x="130131" y="201836"/>
                  </a:cubicBezTo>
                  <a:lnTo>
                    <a:pt x="130131" y="201836"/>
                  </a:lnTo>
                  <a:cubicBezTo>
                    <a:pt x="98262" y="169967"/>
                    <a:pt x="98262" y="119508"/>
                    <a:pt x="130131" y="90295"/>
                  </a:cubicBezTo>
                  <a:cubicBezTo>
                    <a:pt x="151377" y="69049"/>
                    <a:pt x="151377" y="37180"/>
                    <a:pt x="130131" y="15934"/>
                  </a:cubicBezTo>
                  <a:cubicBezTo>
                    <a:pt x="108885" y="-5311"/>
                    <a:pt x="77016" y="-5311"/>
                    <a:pt x="55771" y="15934"/>
                  </a:cubicBezTo>
                  <a:cubicBezTo>
                    <a:pt x="-18590" y="92951"/>
                    <a:pt x="-18590" y="209803"/>
                    <a:pt x="55771" y="281508"/>
                  </a:cubicBezTo>
                  <a:cubicBezTo>
                    <a:pt x="55771" y="281508"/>
                    <a:pt x="55771" y="281508"/>
                    <a:pt x="55771" y="281508"/>
                  </a:cubicBezTo>
                  <a:close/>
                </a:path>
              </a:pathLst>
            </a:custGeom>
            <a:grpFill/>
            <a:ln w="34925" cap="flat" cmpd="sng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A1303D-D1D6-294C-3E01-73E8AD408243}"/>
              </a:ext>
            </a:extLst>
          </p:cNvPr>
          <p:cNvSpPr/>
          <p:nvPr/>
        </p:nvSpPr>
        <p:spPr>
          <a:xfrm>
            <a:off x="876526" y="1"/>
            <a:ext cx="11315474" cy="9144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3200" b="1">
                <a:solidFill>
                  <a:schemeClr val="bg1"/>
                </a:solidFill>
              </a:rPr>
              <a:t>Chapter2. Title</a:t>
            </a:r>
            <a:endParaRPr lang="ko-KR" altLang="en-US" sz="3200" b="1">
              <a:solidFill>
                <a:schemeClr val="bg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56C39C3-0673-91DC-3A16-8F18A43A39BD}"/>
              </a:ext>
            </a:extLst>
          </p:cNvPr>
          <p:cNvSpPr/>
          <p:nvPr/>
        </p:nvSpPr>
        <p:spPr>
          <a:xfrm>
            <a:off x="0" y="0"/>
            <a:ext cx="876526" cy="9144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</p:spTree>
    <p:extLst>
      <p:ext uri="{BB962C8B-B14F-4D97-AF65-F5344CB8AC3E}">
        <p14:creationId xmlns:p14="http://schemas.microsoft.com/office/powerpoint/2010/main" val="1507801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23598" y="375539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Title</a:t>
            </a:r>
            <a:endParaRPr kumimoji="1" lang="ko-Kore-KR" altLang="en-US" sz="2400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363085" y="375537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153728" y="1190818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876527" y="1344604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8"/>
            <a:ext cx="2889956" cy="76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73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01448EC5-4FB7-BB10-C7E2-1E5801429A7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9058412" y="5746016"/>
            <a:ext cx="2889956" cy="766213"/>
          </a:xfrm>
          <a:prstGeom prst="rect">
            <a:avLst/>
          </a:prstGeom>
        </p:spPr>
      </p:pic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FE7248E-4AF4-2EB3-F301-BBE61A1A1A5E}"/>
              </a:ext>
            </a:extLst>
          </p:cNvPr>
          <p:cNvSpPr/>
          <p:nvPr/>
        </p:nvSpPr>
        <p:spPr>
          <a:xfrm>
            <a:off x="243631" y="431931"/>
            <a:ext cx="11704737" cy="6080297"/>
          </a:xfrm>
          <a:prstGeom prst="roundRect">
            <a:avLst>
              <a:gd name="adj" fmla="val 4829"/>
            </a:avLst>
          </a:prstGeom>
          <a:solidFill>
            <a:schemeClr val="accent1">
              <a:lumMod val="50000"/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258545" y="1274123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D454757-DED0-3D48-8143-AABFF206887C}"/>
              </a:ext>
            </a:extLst>
          </p:cNvPr>
          <p:cNvSpPr/>
          <p:nvPr/>
        </p:nvSpPr>
        <p:spPr>
          <a:xfrm>
            <a:off x="981344" y="1427909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1E2FD71-F3CB-5298-E3DB-F0775483E768}"/>
              </a:ext>
            </a:extLst>
          </p:cNvPr>
          <p:cNvGrpSpPr/>
          <p:nvPr/>
        </p:nvGrpSpPr>
        <p:grpSpPr>
          <a:xfrm>
            <a:off x="243631" y="438208"/>
            <a:ext cx="1921012" cy="351332"/>
            <a:chOff x="3903640" y="4200543"/>
            <a:chExt cx="1921012" cy="351332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188DDEE2-482B-7069-4441-2EF119EAD9D4}"/>
                </a:ext>
              </a:extLst>
            </p:cNvPr>
            <p:cNvSpPr/>
            <p:nvPr/>
          </p:nvSpPr>
          <p:spPr>
            <a:xfrm>
              <a:off x="3903640" y="4200543"/>
              <a:ext cx="543641" cy="351332"/>
            </a:xfrm>
            <a:prstGeom prst="roundRect">
              <a:avLst>
                <a:gd name="adj" fmla="val 34038"/>
              </a:avLst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accent1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사각형: 둥근 모서리 13">
              <a:extLst>
                <a:ext uri="{FF2B5EF4-FFF2-40B4-BE49-F238E27FC236}">
                  <a16:creationId xmlns:a16="http://schemas.microsoft.com/office/drawing/2014/main" id="{33FB2D69-EA69-BDA7-F9EA-0CC01C810E3E}"/>
                </a:ext>
              </a:extLst>
            </p:cNvPr>
            <p:cNvSpPr/>
            <p:nvPr/>
          </p:nvSpPr>
          <p:spPr>
            <a:xfrm>
              <a:off x="4327640" y="4200543"/>
              <a:ext cx="1497012" cy="351332"/>
            </a:xfrm>
            <a:prstGeom prst="roundRect">
              <a:avLst>
                <a:gd name="adj" fmla="val 19378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ore-KR" sz="2400" b="1"/>
                <a:t>Summary</a:t>
              </a:r>
              <a:endParaRPr kumimoji="1" lang="ko-Kore-KR" altLang="en-US" sz="2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744950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0845F4D-167C-1046-B77C-1B58EDC9C775}"/>
              </a:ext>
            </a:extLst>
          </p:cNvPr>
          <p:cNvSpPr/>
          <p:nvPr/>
        </p:nvSpPr>
        <p:spPr>
          <a:xfrm>
            <a:off x="876526" y="1"/>
            <a:ext cx="11315474" cy="9144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3200" b="1" dirty="0"/>
              <a:t>Title</a:t>
            </a:r>
            <a:endParaRPr kumimoji="1" lang="ko-Kore-KR" altLang="en-US" sz="3200" b="1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B5550F-C327-B542-93D7-4AFC1AAE3A82}"/>
              </a:ext>
            </a:extLst>
          </p:cNvPr>
          <p:cNvSpPr/>
          <p:nvPr/>
        </p:nvSpPr>
        <p:spPr>
          <a:xfrm>
            <a:off x="0" y="0"/>
            <a:ext cx="876526" cy="9144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B1931BA-ED2C-9A46-BE83-A52895281AFD}"/>
              </a:ext>
            </a:extLst>
          </p:cNvPr>
          <p:cNvSpPr txBox="1"/>
          <p:nvPr/>
        </p:nvSpPr>
        <p:spPr>
          <a:xfrm>
            <a:off x="1729460" y="1766620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70C037FA-83B6-6347-84E3-7D46B4E2D87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9177866" y="5916338"/>
            <a:ext cx="2889956" cy="766213"/>
          </a:xfrm>
          <a:prstGeom prst="rect">
            <a:avLst/>
          </a:prstGeom>
        </p:spPr>
      </p:pic>
      <p:sp>
        <p:nvSpPr>
          <p:cNvPr id="7" name="갈매기형 수장[C] 6">
            <a:extLst>
              <a:ext uri="{FF2B5EF4-FFF2-40B4-BE49-F238E27FC236}">
                <a16:creationId xmlns:a16="http://schemas.microsoft.com/office/drawing/2014/main" id="{87CD4CEC-156D-F447-915D-3DAAAD92EB0D}"/>
              </a:ext>
            </a:extLst>
          </p:cNvPr>
          <p:cNvSpPr/>
          <p:nvPr/>
        </p:nvSpPr>
        <p:spPr>
          <a:xfrm>
            <a:off x="788547" y="1797251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85DE5-1539-9449-9A9C-0053932CF153}"/>
              </a:ext>
            </a:extLst>
          </p:cNvPr>
          <p:cNvSpPr txBox="1"/>
          <p:nvPr/>
        </p:nvSpPr>
        <p:spPr>
          <a:xfrm>
            <a:off x="1729460" y="2901154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9" name="갈매기형 수장[C] 8">
            <a:extLst>
              <a:ext uri="{FF2B5EF4-FFF2-40B4-BE49-F238E27FC236}">
                <a16:creationId xmlns:a16="http://schemas.microsoft.com/office/drawing/2014/main" id="{2B4F76C0-7D03-1346-A0BF-990247C9B0D0}"/>
              </a:ext>
            </a:extLst>
          </p:cNvPr>
          <p:cNvSpPr/>
          <p:nvPr/>
        </p:nvSpPr>
        <p:spPr>
          <a:xfrm>
            <a:off x="788547" y="2931784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D7E21F-0D65-1D46-900C-3EC54B986BD2}"/>
              </a:ext>
            </a:extLst>
          </p:cNvPr>
          <p:cNvSpPr txBox="1"/>
          <p:nvPr/>
        </p:nvSpPr>
        <p:spPr>
          <a:xfrm>
            <a:off x="1729460" y="4035689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1" name="갈매기형 수장[C] 10">
            <a:extLst>
              <a:ext uri="{FF2B5EF4-FFF2-40B4-BE49-F238E27FC236}">
                <a16:creationId xmlns:a16="http://schemas.microsoft.com/office/drawing/2014/main" id="{EC7ABEA9-5FF6-E145-B2E1-AA9084A5E519}"/>
              </a:ext>
            </a:extLst>
          </p:cNvPr>
          <p:cNvSpPr/>
          <p:nvPr/>
        </p:nvSpPr>
        <p:spPr>
          <a:xfrm>
            <a:off x="788547" y="4066319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26551F-94C0-064B-ACDA-3AB36DF4250A}"/>
              </a:ext>
            </a:extLst>
          </p:cNvPr>
          <p:cNvSpPr txBox="1"/>
          <p:nvPr/>
        </p:nvSpPr>
        <p:spPr>
          <a:xfrm>
            <a:off x="1729460" y="5170222"/>
            <a:ext cx="15728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 err="1"/>
              <a:t>SubTitle</a:t>
            </a:r>
            <a:endParaRPr kumimoji="1" lang="en-US" altLang="ko-Kore-KR" sz="3200" b="1" dirty="0"/>
          </a:p>
        </p:txBody>
      </p:sp>
      <p:sp>
        <p:nvSpPr>
          <p:cNvPr id="13" name="갈매기형 수장[C] 12">
            <a:extLst>
              <a:ext uri="{FF2B5EF4-FFF2-40B4-BE49-F238E27FC236}">
                <a16:creationId xmlns:a16="http://schemas.microsoft.com/office/drawing/2014/main" id="{7AA9561D-77AC-2D42-9985-7ECE5681FB0A}"/>
              </a:ext>
            </a:extLst>
          </p:cNvPr>
          <p:cNvSpPr/>
          <p:nvPr/>
        </p:nvSpPr>
        <p:spPr>
          <a:xfrm>
            <a:off x="788547" y="5200853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1054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제목 1">
            <a:extLst>
              <a:ext uri="{FF2B5EF4-FFF2-40B4-BE49-F238E27FC236}">
                <a16:creationId xmlns:a16="http://schemas.microsoft.com/office/drawing/2014/main" id="{7F300A9E-88F2-7C71-8D10-B3670C25885D}"/>
              </a:ext>
            </a:extLst>
          </p:cNvPr>
          <p:cNvSpPr txBox="1">
            <a:spLocks/>
          </p:cNvSpPr>
          <p:nvPr/>
        </p:nvSpPr>
        <p:spPr>
          <a:xfrm>
            <a:off x="858060" y="616029"/>
            <a:ext cx="9144000" cy="1830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kumimoji="1" lang="en-US" altLang="ko-Kore-KR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623CE7-20C7-09CE-37A1-175C41AF7D8C}"/>
              </a:ext>
            </a:extLst>
          </p:cNvPr>
          <p:cNvSpPr txBox="1"/>
          <p:nvPr/>
        </p:nvSpPr>
        <p:spPr>
          <a:xfrm>
            <a:off x="1562194" y="2277350"/>
            <a:ext cx="582723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800" b="1">
                <a:solidFill>
                  <a:schemeClr val="tx1">
                    <a:lumMod val="85000"/>
                    <a:lumOff val="15000"/>
                  </a:schemeClr>
                </a:solidFill>
              </a:rPr>
              <a:t>END OF FILE</a:t>
            </a:r>
            <a:endParaRPr lang="ko-KR" altLang="en-US" sz="8800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FE246D1-339B-E10B-04CE-FAC2BC3BFD37}"/>
              </a:ext>
            </a:extLst>
          </p:cNvPr>
          <p:cNvGrpSpPr/>
          <p:nvPr/>
        </p:nvGrpSpPr>
        <p:grpSpPr>
          <a:xfrm>
            <a:off x="7485591" y="2318889"/>
            <a:ext cx="927828" cy="1104902"/>
            <a:chOff x="9469476" y="1342351"/>
            <a:chExt cx="927828" cy="1104902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537B3618-C7E6-A580-A71B-75ED5E439EFE}"/>
                </a:ext>
              </a:extLst>
            </p:cNvPr>
            <p:cNvSpPr/>
            <p:nvPr/>
          </p:nvSpPr>
          <p:spPr>
            <a:xfrm rot="18371880">
              <a:off x="9725844" y="1779589"/>
              <a:ext cx="156042" cy="668777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bg2">
                  <a:lumMod val="2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C283429-0487-1D9A-0CE8-1795CF4D3BC2}"/>
                </a:ext>
              </a:extLst>
            </p:cNvPr>
            <p:cNvSpPr/>
            <p:nvPr/>
          </p:nvSpPr>
          <p:spPr>
            <a:xfrm rot="2419034">
              <a:off x="10229091" y="1342351"/>
              <a:ext cx="168213" cy="1104902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bg2">
                  <a:lumMod val="2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제목 1">
            <a:extLst>
              <a:ext uri="{FF2B5EF4-FFF2-40B4-BE49-F238E27FC236}">
                <a16:creationId xmlns:a16="http://schemas.microsoft.com/office/drawing/2014/main" id="{DE29AE6D-B578-A19D-092F-C4E98040A51B}"/>
              </a:ext>
            </a:extLst>
          </p:cNvPr>
          <p:cNvSpPr txBox="1">
            <a:spLocks/>
          </p:cNvSpPr>
          <p:nvPr/>
        </p:nvSpPr>
        <p:spPr>
          <a:xfrm>
            <a:off x="1514767" y="1071139"/>
            <a:ext cx="9144000" cy="135773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ko-Kore-KR" sz="6000" b="1">
                <a:solidFill>
                  <a:schemeClr val="tx1">
                    <a:lumMod val="85000"/>
                    <a:lumOff val="15000"/>
                  </a:schemeClr>
                </a:solidFill>
              </a:rPr>
              <a:t>Data Visualization </a:t>
            </a:r>
            <a:r>
              <a:rPr kumimoji="1" lang="en-US" altLang="ko-Kore-KR" b="1">
                <a:solidFill>
                  <a:schemeClr val="tx1">
                    <a:lumMod val="85000"/>
                    <a:lumOff val="15000"/>
                  </a:schemeClr>
                </a:solidFill>
              </a:rPr>
              <a:t>for Python</a:t>
            </a:r>
            <a:endParaRPr kumimoji="1" lang="ko-Kore-KR" altLang="en-US" sz="36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8E60E14-C705-3864-F827-3F03CC8E9752}"/>
              </a:ext>
            </a:extLst>
          </p:cNvPr>
          <p:cNvSpPr/>
          <p:nvPr/>
        </p:nvSpPr>
        <p:spPr>
          <a:xfrm>
            <a:off x="858060" y="-55807"/>
            <a:ext cx="11315474" cy="940098"/>
          </a:xfrm>
          <a:prstGeom prst="rect">
            <a:avLst/>
          </a:prstGeom>
          <a:gradFill>
            <a:gsLst>
              <a:gs pos="0">
                <a:schemeClr val="bg2">
                  <a:lumMod val="25000"/>
                </a:schemeClr>
              </a:gs>
              <a:gs pos="100000">
                <a:schemeClr val="bg2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en-US" sz="3200" b="1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56D5A601-3544-6088-E362-E8353E121BB6}"/>
              </a:ext>
            </a:extLst>
          </p:cNvPr>
          <p:cNvSpPr/>
          <p:nvPr/>
        </p:nvSpPr>
        <p:spPr>
          <a:xfrm>
            <a:off x="-18465" y="-36955"/>
            <a:ext cx="876526" cy="9144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bg2">
                <a:lumMod val="2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4F438D9-2810-1626-7F84-F5B3EF5A821B}"/>
              </a:ext>
            </a:extLst>
          </p:cNvPr>
          <p:cNvSpPr/>
          <p:nvPr/>
        </p:nvSpPr>
        <p:spPr>
          <a:xfrm>
            <a:off x="-18466" y="856144"/>
            <a:ext cx="894991" cy="6001856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</a:schemeClr>
              </a:gs>
              <a:gs pos="100000">
                <a:schemeClr val="bg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en-US" sz="3200" b="1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A0F0888E-0C05-B3B0-5E65-45E37829A764}"/>
              </a:ext>
            </a:extLst>
          </p:cNvPr>
          <p:cNvSpPr/>
          <p:nvPr/>
        </p:nvSpPr>
        <p:spPr>
          <a:xfrm>
            <a:off x="-18465" y="5969300"/>
            <a:ext cx="11333939" cy="914400"/>
          </a:xfrm>
          <a:prstGeom prst="rect">
            <a:avLst/>
          </a:prstGeom>
          <a:gradFill>
            <a:gsLst>
              <a:gs pos="0">
                <a:schemeClr val="bg2">
                  <a:lumMod val="25000"/>
                </a:schemeClr>
              </a:gs>
              <a:gs pos="100000">
                <a:schemeClr val="bg2">
                  <a:lumMod val="5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en-US" sz="3200" b="1"/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15B07020-24FF-840B-3ED8-99CF20B6E5AB}"/>
              </a:ext>
            </a:extLst>
          </p:cNvPr>
          <p:cNvSpPr/>
          <p:nvPr/>
        </p:nvSpPr>
        <p:spPr>
          <a:xfrm>
            <a:off x="11317120" y="5969300"/>
            <a:ext cx="876526" cy="9144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bg2">
                <a:lumMod val="2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A6387C65-D665-3937-7C4D-72F4A9F329B8}"/>
              </a:ext>
            </a:extLst>
          </p:cNvPr>
          <p:cNvSpPr/>
          <p:nvPr/>
        </p:nvSpPr>
        <p:spPr>
          <a:xfrm>
            <a:off x="11315474" y="-55807"/>
            <a:ext cx="894992" cy="602755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25000"/>
                </a:schemeClr>
              </a:gs>
              <a:gs pos="100000">
                <a:schemeClr val="bg2">
                  <a:lumMod val="5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en-US" sz="3200" b="1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A15BF6E-72AB-AE04-9BB9-034CDA652C02}"/>
              </a:ext>
            </a:extLst>
          </p:cNvPr>
          <p:cNvSpPr txBox="1"/>
          <p:nvPr/>
        </p:nvSpPr>
        <p:spPr>
          <a:xfrm>
            <a:off x="1541509" y="4138613"/>
            <a:ext cx="5358313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Woody K</a:t>
            </a:r>
          </a:p>
          <a:p>
            <a:r>
              <a:rPr kumimoji="1" lang="en-US" altLang="ko-Kore-K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Contact: woody35545@gmail.com</a:t>
            </a:r>
          </a:p>
          <a:p>
            <a:r>
              <a:rPr kumimoji="1" lang="en-US" altLang="ko-Kore-KR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Github</a:t>
            </a:r>
            <a:r>
              <a:rPr kumimoji="1" lang="en-US" altLang="ko-Kore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: </a:t>
            </a:r>
            <a:r>
              <a:rPr kumimoji="1" lang="en-US" altLang="ko-Kore-KR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https://</a:t>
            </a:r>
            <a:r>
              <a:rPr kumimoji="1" lang="en-US" altLang="ko-Kore-KR" u="sng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github.com</a:t>
            </a:r>
            <a:r>
              <a:rPr kumimoji="1" lang="en-US" altLang="ko-Kore-KR" u="sng" dirty="0">
                <a:solidFill>
                  <a:schemeClr val="tx1">
                    <a:lumMod val="85000"/>
                    <a:lumOff val="15000"/>
                  </a:schemeClr>
                </a:solidFill>
              </a:rPr>
              <a:t>/woody35545</a:t>
            </a:r>
            <a:endParaRPr kumimoji="1" lang="ko-Kore-KR" altLang="en-US" u="sng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kumimoji="1" lang="en-US" altLang="ko-Kore-K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CNU, Computer Science and Engineering</a:t>
            </a:r>
          </a:p>
          <a:p>
            <a:endParaRPr kumimoji="1" lang="ko-Kore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6216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30B84B7-E941-104D-8C98-EB051E700B33}"/>
              </a:ext>
            </a:extLst>
          </p:cNvPr>
          <p:cNvSpPr/>
          <p:nvPr/>
        </p:nvSpPr>
        <p:spPr>
          <a:xfrm>
            <a:off x="845630" y="1124687"/>
            <a:ext cx="10950713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dirty="0"/>
              <a:t>Title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4B78CAD1-76B6-0644-BCE4-F78FBAE0CB6E}"/>
              </a:ext>
            </a:extLst>
          </p:cNvPr>
          <p:cNvSpPr/>
          <p:nvPr/>
        </p:nvSpPr>
        <p:spPr>
          <a:xfrm>
            <a:off x="385119" y="1124685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C4FD4C-ED69-284B-AB9D-E6EC743579E4}"/>
              </a:ext>
            </a:extLst>
          </p:cNvPr>
          <p:cNvSpPr txBox="1"/>
          <p:nvPr/>
        </p:nvSpPr>
        <p:spPr>
          <a:xfrm>
            <a:off x="278283" y="451333"/>
            <a:ext cx="17698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3200" b="1" dirty="0"/>
              <a:t>Title Bars</a:t>
            </a:r>
            <a:endParaRPr kumimoji="1" lang="ko-Kore-KR" altLang="en-US" sz="3200" b="1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0BD1C2-9325-E142-835E-364B92E4B879}"/>
              </a:ext>
            </a:extLst>
          </p:cNvPr>
          <p:cNvSpPr/>
          <p:nvPr/>
        </p:nvSpPr>
        <p:spPr>
          <a:xfrm>
            <a:off x="845630" y="1652776"/>
            <a:ext cx="10950713" cy="350937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 b="1" dirty="0">
                <a:solidFill>
                  <a:schemeClr val="tx1"/>
                </a:solidFill>
              </a:rPr>
              <a:t>Title</a:t>
            </a:r>
            <a:endParaRPr kumimoji="1" lang="ko-Kore-KR" altLang="en-US" sz="24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0B0EC9-39BA-0042-A5C7-DF3EAE878EC3}"/>
              </a:ext>
            </a:extLst>
          </p:cNvPr>
          <p:cNvSpPr/>
          <p:nvPr/>
        </p:nvSpPr>
        <p:spPr>
          <a:xfrm>
            <a:off x="385119" y="1652776"/>
            <a:ext cx="513442" cy="350937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bg2">
                <a:lumMod val="10000"/>
              </a:schemeClr>
            </a:bgClr>
          </a:patt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C5BC30-67AC-C740-B7B5-79B6BC75E244}"/>
              </a:ext>
            </a:extLst>
          </p:cNvPr>
          <p:cNvSpPr txBox="1"/>
          <p:nvPr/>
        </p:nvSpPr>
        <p:spPr>
          <a:xfrm>
            <a:off x="385119" y="2300879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2800" b="1" dirty="0"/>
              <a:t>Boxes(Vector)</a:t>
            </a:r>
            <a:endParaRPr kumimoji="1" lang="ko-Kore-KR" altLang="en-US" sz="2800" b="1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69BAC6-2B27-684B-926B-5DB0333DEC7B}"/>
              </a:ext>
            </a:extLst>
          </p:cNvPr>
          <p:cNvSpPr/>
          <p:nvPr/>
        </p:nvSpPr>
        <p:spPr>
          <a:xfrm>
            <a:off x="503240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en-US" sz="1801"/>
          </a:p>
          <a:p>
            <a:pPr algn="ctr"/>
            <a:endParaRPr kumimoji="1" lang="ko-Kore-KR" altLang="en-US" sz="180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25C719C-103D-1D4A-A490-2E9812EA7519}"/>
              </a:ext>
            </a:extLst>
          </p:cNvPr>
          <p:cNvSpPr/>
          <p:nvPr/>
        </p:nvSpPr>
        <p:spPr>
          <a:xfrm>
            <a:off x="1235740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rgbClr val="FF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35DC94-384E-C945-A17B-787999E6D64E}"/>
              </a:ext>
            </a:extLst>
          </p:cNvPr>
          <p:cNvSpPr/>
          <p:nvPr/>
        </p:nvSpPr>
        <p:spPr>
          <a:xfrm>
            <a:off x="1968237" y="2982663"/>
            <a:ext cx="277200" cy="277200"/>
          </a:xfrm>
          <a:prstGeom prst="rect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rgbClr val="0070C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6FD52355-2487-0141-8471-693E23D29D1A}"/>
              </a:ext>
            </a:extLst>
          </p:cNvPr>
          <p:cNvGrpSpPr/>
          <p:nvPr/>
        </p:nvGrpSpPr>
        <p:grpSpPr>
          <a:xfrm>
            <a:off x="385119" y="3652836"/>
            <a:ext cx="692517" cy="381067"/>
            <a:chOff x="3171844" y="3756701"/>
            <a:chExt cx="2766247" cy="1393500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1A4293A-CA03-EB4E-A8B7-0A45C91F8A57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 dirty="0"/>
            </a:p>
          </p:txBody>
        </p:sp>
        <p:sp>
          <p:nvSpPr>
            <p:cNvPr id="19" name="직각 삼각형[R] 18">
              <a:extLst>
                <a:ext uri="{FF2B5EF4-FFF2-40B4-BE49-F238E27FC236}">
                  <a16:creationId xmlns:a16="http://schemas.microsoft.com/office/drawing/2014/main" id="{DD40CF90-ED2C-8548-A79C-BE3EB248711C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  <p:sp>
          <p:nvSpPr>
            <p:cNvPr id="20" name="직각 삼각형[R] 19">
              <a:extLst>
                <a:ext uri="{FF2B5EF4-FFF2-40B4-BE49-F238E27FC236}">
                  <a16:creationId xmlns:a16="http://schemas.microsoft.com/office/drawing/2014/main" id="{44278A73-781F-364C-A35E-59E16C6A3E33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E4AA39A9-F35F-514F-BC25-1EC56F808830}"/>
              </a:ext>
            </a:extLst>
          </p:cNvPr>
          <p:cNvGrpSpPr/>
          <p:nvPr/>
        </p:nvGrpSpPr>
        <p:grpSpPr>
          <a:xfrm rot="16200000">
            <a:off x="1037653" y="3937588"/>
            <a:ext cx="950571" cy="381067"/>
            <a:chOff x="3171844" y="3756701"/>
            <a:chExt cx="2766247" cy="1393500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C2509F60-978A-2149-B76A-0F2AA2DF22EC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 dirty="0"/>
            </a:p>
          </p:txBody>
        </p:sp>
        <p:sp>
          <p:nvSpPr>
            <p:cNvPr id="24" name="직각 삼각형[R] 23">
              <a:extLst>
                <a:ext uri="{FF2B5EF4-FFF2-40B4-BE49-F238E27FC236}">
                  <a16:creationId xmlns:a16="http://schemas.microsoft.com/office/drawing/2014/main" id="{696A41AA-8135-2F46-A39D-0DE6FE2AAC6F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  <p:sp>
          <p:nvSpPr>
            <p:cNvPr id="25" name="직각 삼각형[R] 24">
              <a:extLst>
                <a:ext uri="{FF2B5EF4-FFF2-40B4-BE49-F238E27FC236}">
                  <a16:creationId xmlns:a16="http://schemas.microsoft.com/office/drawing/2014/main" id="{FC88C3C8-E88D-B748-8C88-633D5920C7B8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chemeClr val="tx1">
                  <a:lumMod val="50000"/>
                  <a:lumOff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E9BCC86-46CE-FC4E-9250-826ED8EB7EAE}"/>
              </a:ext>
            </a:extLst>
          </p:cNvPr>
          <p:cNvGrpSpPr/>
          <p:nvPr/>
        </p:nvGrpSpPr>
        <p:grpSpPr>
          <a:xfrm>
            <a:off x="385119" y="4159937"/>
            <a:ext cx="692517" cy="381067"/>
            <a:chOff x="3171844" y="3756701"/>
            <a:chExt cx="2766247" cy="1393500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03BA7623-AF48-7F4C-8CB7-996C10110BBA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 dirty="0"/>
            </a:p>
          </p:txBody>
        </p:sp>
        <p:sp>
          <p:nvSpPr>
            <p:cNvPr id="32" name="직각 삼각형[R] 31">
              <a:extLst>
                <a:ext uri="{FF2B5EF4-FFF2-40B4-BE49-F238E27FC236}">
                  <a16:creationId xmlns:a16="http://schemas.microsoft.com/office/drawing/2014/main" id="{43AD2330-13C0-9546-A0D9-3BB33B756383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  <p:sp>
          <p:nvSpPr>
            <p:cNvPr id="33" name="직각 삼각형[R] 32">
              <a:extLst>
                <a:ext uri="{FF2B5EF4-FFF2-40B4-BE49-F238E27FC236}">
                  <a16:creationId xmlns:a16="http://schemas.microsoft.com/office/drawing/2014/main" id="{838FDB33-8082-9447-9FBE-B7F59F2F5070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4F7CF21-0B32-174D-AB96-AA90406D85F4}"/>
              </a:ext>
            </a:extLst>
          </p:cNvPr>
          <p:cNvGrpSpPr/>
          <p:nvPr/>
        </p:nvGrpSpPr>
        <p:grpSpPr>
          <a:xfrm rot="16200000">
            <a:off x="1596217" y="3937588"/>
            <a:ext cx="950571" cy="381067"/>
            <a:chOff x="3171844" y="3756701"/>
            <a:chExt cx="2766247" cy="1393500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E5CD44BD-0A57-DD4C-9913-A8131C7BD83D}"/>
                </a:ext>
              </a:extLst>
            </p:cNvPr>
            <p:cNvSpPr/>
            <p:nvPr/>
          </p:nvSpPr>
          <p:spPr>
            <a:xfrm>
              <a:off x="4544592" y="3756702"/>
              <a:ext cx="1393499" cy="1393499"/>
            </a:xfrm>
            <a:prstGeom prst="rect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 dirty="0"/>
            </a:p>
          </p:txBody>
        </p:sp>
        <p:sp>
          <p:nvSpPr>
            <p:cNvPr id="36" name="직각 삼각형[R] 35">
              <a:extLst>
                <a:ext uri="{FF2B5EF4-FFF2-40B4-BE49-F238E27FC236}">
                  <a16:creationId xmlns:a16="http://schemas.microsoft.com/office/drawing/2014/main" id="{F12D80DC-64BE-1F41-89ED-FDEADCAE47A2}"/>
                </a:ext>
              </a:extLst>
            </p:cNvPr>
            <p:cNvSpPr/>
            <p:nvPr/>
          </p:nvSpPr>
          <p:spPr>
            <a:xfrm flipH="1" flipV="1">
              <a:off x="3171845" y="3756701"/>
              <a:ext cx="1372745" cy="696749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  <p:sp>
          <p:nvSpPr>
            <p:cNvPr id="37" name="직각 삼각형[R] 36">
              <a:extLst>
                <a:ext uri="{FF2B5EF4-FFF2-40B4-BE49-F238E27FC236}">
                  <a16:creationId xmlns:a16="http://schemas.microsoft.com/office/drawing/2014/main" id="{63306A0B-4F23-3141-9009-2F0C389B0528}"/>
                </a:ext>
              </a:extLst>
            </p:cNvPr>
            <p:cNvSpPr/>
            <p:nvPr/>
          </p:nvSpPr>
          <p:spPr>
            <a:xfrm flipH="1">
              <a:off x="3171844" y="4453451"/>
              <a:ext cx="1372745" cy="696750"/>
            </a:xfrm>
            <a:prstGeom prst="rtTriangle">
              <a:avLst/>
            </a:prstGeom>
            <a:pattFill prst="ltUpDiag">
              <a:fgClr>
                <a:schemeClr val="bg2">
                  <a:lumMod val="90000"/>
                </a:schemeClr>
              </a:fgClr>
              <a:bgClr>
                <a:srgbClr val="FF0000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</p:grpSp>
      <p:sp>
        <p:nvSpPr>
          <p:cNvPr id="39" name="갈매기형 수장[C] 38">
            <a:extLst>
              <a:ext uri="{FF2B5EF4-FFF2-40B4-BE49-F238E27FC236}">
                <a16:creationId xmlns:a16="http://schemas.microsoft.com/office/drawing/2014/main" id="{D032EE78-4369-6647-BB77-FD930A9AFD91}"/>
              </a:ext>
            </a:extLst>
          </p:cNvPr>
          <p:cNvSpPr/>
          <p:nvPr/>
        </p:nvSpPr>
        <p:spPr>
          <a:xfrm>
            <a:off x="370856" y="4993219"/>
            <a:ext cx="819166" cy="497628"/>
          </a:xfrm>
          <a:prstGeom prst="chevron">
            <a:avLst/>
          </a:prstGeom>
          <a:pattFill prst="ltUpDiag">
            <a:fgClr>
              <a:schemeClr val="bg2">
                <a:lumMod val="90000"/>
              </a:schemeClr>
            </a:fgClr>
            <a:bgClr>
              <a:schemeClr val="tx1">
                <a:lumMod val="50000"/>
                <a:lumOff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>
              <a:solidFill>
                <a:schemeClr val="tx1"/>
              </a:solidFill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97A540F-260C-2B4E-95F8-5B1DB571AEB0}"/>
              </a:ext>
            </a:extLst>
          </p:cNvPr>
          <p:cNvGrpSpPr/>
          <p:nvPr/>
        </p:nvGrpSpPr>
        <p:grpSpPr>
          <a:xfrm>
            <a:off x="1245752" y="4695358"/>
            <a:ext cx="921019" cy="896731"/>
            <a:chOff x="3067087" y="4193063"/>
            <a:chExt cx="1537964" cy="1488700"/>
          </a:xfrm>
        </p:grpSpPr>
        <p:sp>
          <p:nvSpPr>
            <p:cNvPr id="38" name="포인트가 5개인 별[5] 37">
              <a:extLst>
                <a:ext uri="{FF2B5EF4-FFF2-40B4-BE49-F238E27FC236}">
                  <a16:creationId xmlns:a16="http://schemas.microsoft.com/office/drawing/2014/main" id="{691C5A44-5FFA-7245-9517-0EF1624FAC94}"/>
                </a:ext>
              </a:extLst>
            </p:cNvPr>
            <p:cNvSpPr/>
            <p:nvPr/>
          </p:nvSpPr>
          <p:spPr>
            <a:xfrm>
              <a:off x="3067087" y="4193063"/>
              <a:ext cx="1537964" cy="1488700"/>
            </a:xfrm>
            <a:prstGeom prst="star5">
              <a:avLst/>
            </a:prstGeom>
            <a:gradFill>
              <a:gsLst>
                <a:gs pos="0">
                  <a:schemeClr val="accent4">
                    <a:lumMod val="60000"/>
                    <a:lumOff val="40000"/>
                  </a:schemeClr>
                </a:gs>
                <a:gs pos="100000">
                  <a:schemeClr val="accent4">
                    <a:lumMod val="20000"/>
                    <a:lumOff val="80000"/>
                  </a:schemeClr>
                </a:gs>
              </a:gsLst>
              <a:lin ang="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 dirty="0"/>
            </a:p>
          </p:txBody>
        </p:sp>
        <p:sp>
          <p:nvSpPr>
            <p:cNvPr id="40" name="포인트가 5개인 별[5] 39">
              <a:extLst>
                <a:ext uri="{FF2B5EF4-FFF2-40B4-BE49-F238E27FC236}">
                  <a16:creationId xmlns:a16="http://schemas.microsoft.com/office/drawing/2014/main" id="{B80ED80A-9348-0C42-A6F0-7D3DA0D0FC04}"/>
                </a:ext>
              </a:extLst>
            </p:cNvPr>
            <p:cNvSpPr/>
            <p:nvPr/>
          </p:nvSpPr>
          <p:spPr>
            <a:xfrm>
              <a:off x="3251823" y="4350089"/>
              <a:ext cx="1353228" cy="1296866"/>
            </a:xfrm>
            <a:prstGeom prst="star5">
              <a:avLst/>
            </a:prstGeom>
            <a:pattFill prst="ltUpDiag">
              <a:fgClr>
                <a:schemeClr val="accent4">
                  <a:lumMod val="75000"/>
                </a:schemeClr>
              </a:fgClr>
              <a:bgClr>
                <a:schemeClr val="accent4">
                  <a:lumMod val="60000"/>
                  <a:lumOff val="4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ore-KR" altLang="en-US" sz="1801"/>
            </a:p>
          </p:txBody>
        </p:sp>
      </p:grpSp>
      <p:sp>
        <p:nvSpPr>
          <p:cNvPr id="46" name="평행 사변형[P] 45">
            <a:extLst>
              <a:ext uri="{FF2B5EF4-FFF2-40B4-BE49-F238E27FC236}">
                <a16:creationId xmlns:a16="http://schemas.microsoft.com/office/drawing/2014/main" id="{D9A2800E-5A7E-2E45-854C-B7AF6165F8D6}"/>
              </a:ext>
            </a:extLst>
          </p:cNvPr>
          <p:cNvSpPr/>
          <p:nvPr/>
        </p:nvSpPr>
        <p:spPr>
          <a:xfrm>
            <a:off x="474272" y="5951509"/>
            <a:ext cx="1787765" cy="264149"/>
          </a:xfrm>
          <a:prstGeom prst="parallelogram">
            <a:avLst/>
          </a:prstGeom>
          <a:gradFill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801"/>
          </a:p>
        </p:txBody>
      </p:sp>
      <p:pic>
        <p:nvPicPr>
          <p:cNvPr id="48" name="그림 47" descr="문구, 봉투, 벡터그래픽, 명함이(가) 표시된 사진&#10;&#10;자동 생성된 설명">
            <a:extLst>
              <a:ext uri="{FF2B5EF4-FFF2-40B4-BE49-F238E27FC236}">
                <a16:creationId xmlns:a16="http://schemas.microsoft.com/office/drawing/2014/main" id="{1DC54A35-03BC-3149-8076-23008C41AC4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3549636" y="2942690"/>
            <a:ext cx="914400" cy="889001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20CFCD11-CE46-7242-9C50-9B05C815E2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4630479" y="3295652"/>
            <a:ext cx="1371600" cy="2667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7B33F83-4D75-1249-9FED-A8A3B3AA0FCB}"/>
              </a:ext>
            </a:extLst>
          </p:cNvPr>
          <p:cNvSpPr txBox="1"/>
          <p:nvPr/>
        </p:nvSpPr>
        <p:spPr>
          <a:xfrm>
            <a:off x="3433430" y="2299940"/>
            <a:ext cx="60990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ore-KR" sz="2800" b="1" dirty="0"/>
              <a:t>PNG(Image)</a:t>
            </a:r>
            <a:endParaRPr kumimoji="1" lang="ko-Kore-KR" altLang="en-US" sz="2800" b="1" dirty="0"/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E6CA3BC9-EB4D-5C40-B883-25580B1D237D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7680512" y="5894651"/>
            <a:ext cx="2889956" cy="766213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B4A7B76A-1DFE-4F40-84D7-CADF5DCE27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6256" y="4541004"/>
            <a:ext cx="1279826" cy="1066521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57DBB23-3575-A246-9213-DDF8955BB656}"/>
              </a:ext>
            </a:extLst>
          </p:cNvPr>
          <p:cNvSpPr txBox="1"/>
          <p:nvPr/>
        </p:nvSpPr>
        <p:spPr>
          <a:xfrm>
            <a:off x="8655971" y="4610580"/>
            <a:ext cx="3573029" cy="1200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ore-KR" sz="1600" b="1" dirty="0"/>
              <a:t>Woody K</a:t>
            </a:r>
          </a:p>
          <a:p>
            <a:r>
              <a:rPr kumimoji="1" lang="en-US" altLang="ko-Kore-KR" sz="1401" b="1" dirty="0"/>
              <a:t>Contact: woody35545@gmail.com</a:t>
            </a:r>
          </a:p>
          <a:p>
            <a:r>
              <a:rPr kumimoji="1" lang="en-US" altLang="ko-Kore-KR" sz="1401" b="1" dirty="0" err="1"/>
              <a:t>Github</a:t>
            </a:r>
            <a:r>
              <a:rPr kumimoji="1" lang="en-US" altLang="ko-Kore-KR" sz="1401" dirty="0"/>
              <a:t>: </a:t>
            </a:r>
            <a:r>
              <a:rPr kumimoji="1" lang="en-US" altLang="ko-Kore-KR" sz="1401" u="sng" dirty="0"/>
              <a:t>https://</a:t>
            </a:r>
            <a:r>
              <a:rPr kumimoji="1" lang="en-US" altLang="ko-Kore-KR" sz="1401" u="sng" dirty="0" err="1"/>
              <a:t>github.com</a:t>
            </a:r>
            <a:r>
              <a:rPr kumimoji="1" lang="en-US" altLang="ko-Kore-KR" sz="1401" u="sng" dirty="0"/>
              <a:t>/woody35545</a:t>
            </a:r>
            <a:endParaRPr kumimoji="1" lang="ko-Kore-KR" altLang="en-US" sz="1401" u="sng" dirty="0"/>
          </a:p>
          <a:p>
            <a:r>
              <a:rPr kumimoji="1" lang="en-US" altLang="ko-Kore-KR" sz="1401" i="1" dirty="0"/>
              <a:t>CNU, Computer Science and Engineering</a:t>
            </a:r>
          </a:p>
          <a:p>
            <a:endParaRPr kumimoji="1" lang="ko-Kore-KR" altLang="en-US" sz="1401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FD2B50D-F48A-F3EA-6E78-8656804318E8}"/>
              </a:ext>
            </a:extLst>
          </p:cNvPr>
          <p:cNvSpPr/>
          <p:nvPr/>
        </p:nvSpPr>
        <p:spPr>
          <a:xfrm>
            <a:off x="7379208" y="3619286"/>
            <a:ext cx="1124713" cy="294348"/>
          </a:xfrm>
          <a:prstGeom prst="roundRect">
            <a:avLst/>
          </a:prstGeom>
          <a:pattFill prst="pct5">
            <a:fgClr>
              <a:schemeClr val="bg2"/>
            </a:fgClr>
            <a:bgClr>
              <a:schemeClr val="tx1">
                <a:lumMod val="65000"/>
                <a:lumOff val="35000"/>
              </a:schemeClr>
            </a:bgClr>
          </a:pattFill>
          <a:ln w="22225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1" b="1">
                <a:solidFill>
                  <a:schemeClr val="bg1"/>
                </a:solidFill>
              </a:rPr>
              <a:t>Page.21</a:t>
            </a:r>
            <a:endParaRPr lang="ko-KR" altLang="en-US" sz="1801" b="1">
              <a:solidFill>
                <a:schemeClr val="bg1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B2391D6-F30C-12EA-B18B-7FC951EAECDD}"/>
              </a:ext>
            </a:extLst>
          </p:cNvPr>
          <p:cNvSpPr/>
          <p:nvPr/>
        </p:nvSpPr>
        <p:spPr>
          <a:xfrm>
            <a:off x="3959353" y="4715744"/>
            <a:ext cx="717518" cy="22611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chemeClr val="bg1"/>
                </a:solidFill>
              </a:rPr>
              <a:t>Page.21</a:t>
            </a:r>
            <a:endParaRPr lang="ko-KR" altLang="en-US" sz="1100" b="1">
              <a:solidFill>
                <a:schemeClr val="bg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945F5B5-58CC-8543-E9B7-1D8E5414909A}"/>
              </a:ext>
            </a:extLst>
          </p:cNvPr>
          <p:cNvSpPr/>
          <p:nvPr/>
        </p:nvSpPr>
        <p:spPr>
          <a:xfrm>
            <a:off x="3967043" y="5084297"/>
            <a:ext cx="790642" cy="22611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b="1">
                <a:solidFill>
                  <a:schemeClr val="bg1"/>
                </a:solidFill>
              </a:rPr>
              <a:t>Libraries</a:t>
            </a:r>
            <a:endParaRPr lang="ko-KR" altLang="en-US" sz="1100" b="1">
              <a:solidFill>
                <a:schemeClr val="bg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6B28D0E0-0805-A46E-5346-98B5674D0C15}"/>
              </a:ext>
            </a:extLst>
          </p:cNvPr>
          <p:cNvSpPr/>
          <p:nvPr/>
        </p:nvSpPr>
        <p:spPr>
          <a:xfrm>
            <a:off x="5161044" y="5092169"/>
            <a:ext cx="1497012" cy="226114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222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b="1"/>
              <a:t>Well-Known Libraries</a:t>
            </a:r>
            <a:endParaRPr kumimoji="1" lang="ko-Kore-KR" altLang="en-US" sz="1100" b="1"/>
          </a:p>
        </p:txBody>
      </p:sp>
      <p:sp>
        <p:nvSpPr>
          <p:cNvPr id="59" name="화살표: 갈매기형 수장 58">
            <a:extLst>
              <a:ext uri="{FF2B5EF4-FFF2-40B4-BE49-F238E27FC236}">
                <a16:creationId xmlns:a16="http://schemas.microsoft.com/office/drawing/2014/main" id="{002466F1-5A50-B9C2-BA52-A1977E3C01AF}"/>
              </a:ext>
            </a:extLst>
          </p:cNvPr>
          <p:cNvSpPr/>
          <p:nvPr/>
        </p:nvSpPr>
        <p:spPr>
          <a:xfrm flipV="1">
            <a:off x="4842585" y="5100041"/>
            <a:ext cx="233561" cy="210370"/>
          </a:xfrm>
          <a:prstGeom prst="chevron">
            <a:avLst/>
          </a:prstGeom>
          <a:gradFill>
            <a:gsLst>
              <a:gs pos="28000">
                <a:schemeClr val="accent1">
                  <a:lumMod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1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B747C33-BCF6-FD9A-FAA1-D7692BBA1BC6}"/>
              </a:ext>
            </a:extLst>
          </p:cNvPr>
          <p:cNvSpPr/>
          <p:nvPr/>
        </p:nvSpPr>
        <p:spPr>
          <a:xfrm>
            <a:off x="3903640" y="4200543"/>
            <a:ext cx="543641" cy="351332"/>
          </a:xfrm>
          <a:prstGeom prst="roundRect">
            <a:avLst>
              <a:gd name="adj" fmla="val 34038"/>
            </a:avLst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accent1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AB46307-E4F7-1718-215D-BC97CF0ABFE9}"/>
              </a:ext>
            </a:extLst>
          </p:cNvPr>
          <p:cNvSpPr/>
          <p:nvPr/>
        </p:nvSpPr>
        <p:spPr>
          <a:xfrm>
            <a:off x="3903640" y="5667364"/>
            <a:ext cx="1850066" cy="350937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/>
              <a:t>Summary</a:t>
            </a:r>
            <a:endParaRPr kumimoji="1" lang="ko-Kore-KR" altLang="en-US" sz="2400" dirty="0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49D61B1-BE66-1E0A-45D5-BC4F709196B6}"/>
              </a:ext>
            </a:extLst>
          </p:cNvPr>
          <p:cNvSpPr/>
          <p:nvPr/>
        </p:nvSpPr>
        <p:spPr>
          <a:xfrm>
            <a:off x="4327640" y="4200543"/>
            <a:ext cx="1497012" cy="351332"/>
          </a:xfrm>
          <a:prstGeom prst="roundRect">
            <a:avLst>
              <a:gd name="adj" fmla="val 19378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1800"/>
              <a:t>Summary</a:t>
            </a:r>
            <a:endParaRPr kumimoji="1" lang="ko-Kore-KR" altLang="en-US" sz="1800" dirty="0"/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761DEA98-0BD0-B704-33CA-7B57756C27B3}"/>
              </a:ext>
            </a:extLst>
          </p:cNvPr>
          <p:cNvGrpSpPr/>
          <p:nvPr/>
        </p:nvGrpSpPr>
        <p:grpSpPr>
          <a:xfrm>
            <a:off x="3785419" y="6191913"/>
            <a:ext cx="2310581" cy="350937"/>
            <a:chOff x="243631" y="534772"/>
            <a:chExt cx="2310581" cy="350937"/>
          </a:xfrm>
        </p:grpSpPr>
        <p:sp>
          <p:nvSpPr>
            <p:cNvPr id="67" name="사각형: 둥근 모서리 66">
              <a:extLst>
                <a:ext uri="{FF2B5EF4-FFF2-40B4-BE49-F238E27FC236}">
                  <a16:creationId xmlns:a16="http://schemas.microsoft.com/office/drawing/2014/main" id="{65AF25A4-CE3B-C97B-BD25-B6A5A8618A37}"/>
                </a:ext>
              </a:extLst>
            </p:cNvPr>
            <p:cNvSpPr/>
            <p:nvPr/>
          </p:nvSpPr>
          <p:spPr>
            <a:xfrm>
              <a:off x="243631" y="534772"/>
              <a:ext cx="543641" cy="350937"/>
            </a:xfrm>
            <a:prstGeom prst="roundRect">
              <a:avLst>
                <a:gd name="adj" fmla="val 34038"/>
              </a:avLst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accent1">
                  <a:lumMod val="75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E9401607-BA92-469D-949A-118A751C46C9}"/>
                </a:ext>
              </a:extLst>
            </p:cNvPr>
            <p:cNvSpPr/>
            <p:nvPr/>
          </p:nvSpPr>
          <p:spPr>
            <a:xfrm>
              <a:off x="704146" y="534772"/>
              <a:ext cx="1850066" cy="350937"/>
            </a:xfrm>
            <a:prstGeom prst="rect">
              <a:avLst/>
            </a:prstGeom>
            <a:gradFill>
              <a:gsLst>
                <a:gs pos="0">
                  <a:schemeClr val="accent1">
                    <a:lumMod val="5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0" scaled="1"/>
            </a:gradFill>
            <a:ln>
              <a:noFill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kumimoji="1" lang="en-US" altLang="ko-Kore-KR" sz="2400"/>
                <a:t>Summary</a:t>
              </a:r>
              <a:endParaRPr kumimoji="1" lang="ko-Kore-KR" altLang="en-US" sz="2400" dirty="0"/>
            </a:p>
          </p:txBody>
        </p:sp>
      </p:grp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E4EC849-EE19-F34C-7B67-51848CD81490}"/>
              </a:ext>
            </a:extLst>
          </p:cNvPr>
          <p:cNvSpPr/>
          <p:nvPr/>
        </p:nvSpPr>
        <p:spPr>
          <a:xfrm>
            <a:off x="9219446" y="2788560"/>
            <a:ext cx="2183169" cy="864095"/>
          </a:xfrm>
          <a:custGeom>
            <a:avLst/>
            <a:gdLst>
              <a:gd name="connsiteX0" fmla="*/ 0 w 2183169"/>
              <a:gd name="connsiteY0" fmla="*/ 0 h 864095"/>
              <a:gd name="connsiteX1" fmla="*/ 523961 w 2183169"/>
              <a:gd name="connsiteY1" fmla="*/ 0 h 864095"/>
              <a:gd name="connsiteX2" fmla="*/ 1069753 w 2183169"/>
              <a:gd name="connsiteY2" fmla="*/ 0 h 864095"/>
              <a:gd name="connsiteX3" fmla="*/ 1637377 w 2183169"/>
              <a:gd name="connsiteY3" fmla="*/ 0 h 864095"/>
              <a:gd name="connsiteX4" fmla="*/ 2183169 w 2183169"/>
              <a:gd name="connsiteY4" fmla="*/ 0 h 864095"/>
              <a:gd name="connsiteX5" fmla="*/ 2183169 w 2183169"/>
              <a:gd name="connsiteY5" fmla="*/ 440688 h 864095"/>
              <a:gd name="connsiteX6" fmla="*/ 2183169 w 2183169"/>
              <a:gd name="connsiteY6" fmla="*/ 864095 h 864095"/>
              <a:gd name="connsiteX7" fmla="*/ 1593713 w 2183169"/>
              <a:gd name="connsiteY7" fmla="*/ 864095 h 864095"/>
              <a:gd name="connsiteX8" fmla="*/ 1004258 w 2183169"/>
              <a:gd name="connsiteY8" fmla="*/ 864095 h 864095"/>
              <a:gd name="connsiteX9" fmla="*/ 0 w 2183169"/>
              <a:gd name="connsiteY9" fmla="*/ 864095 h 864095"/>
              <a:gd name="connsiteX10" fmla="*/ 0 w 2183169"/>
              <a:gd name="connsiteY10" fmla="*/ 440688 h 864095"/>
              <a:gd name="connsiteX11" fmla="*/ 0 w 2183169"/>
              <a:gd name="connsiteY11" fmla="*/ 0 h 864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183169" h="864095" fill="none" extrusionOk="0">
                <a:moveTo>
                  <a:pt x="0" y="0"/>
                </a:moveTo>
                <a:cubicBezTo>
                  <a:pt x="117427" y="-44691"/>
                  <a:pt x="331963" y="34193"/>
                  <a:pt x="523961" y="0"/>
                </a:cubicBezTo>
                <a:cubicBezTo>
                  <a:pt x="715959" y="-34193"/>
                  <a:pt x="934505" y="22654"/>
                  <a:pt x="1069753" y="0"/>
                </a:cubicBezTo>
                <a:cubicBezTo>
                  <a:pt x="1205001" y="-22654"/>
                  <a:pt x="1406369" y="28083"/>
                  <a:pt x="1637377" y="0"/>
                </a:cubicBezTo>
                <a:cubicBezTo>
                  <a:pt x="1868385" y="-28083"/>
                  <a:pt x="2019394" y="57510"/>
                  <a:pt x="2183169" y="0"/>
                </a:cubicBezTo>
                <a:cubicBezTo>
                  <a:pt x="2215089" y="167206"/>
                  <a:pt x="2153780" y="262027"/>
                  <a:pt x="2183169" y="440688"/>
                </a:cubicBezTo>
                <a:cubicBezTo>
                  <a:pt x="2212558" y="619349"/>
                  <a:pt x="2135282" y="673987"/>
                  <a:pt x="2183169" y="864095"/>
                </a:cubicBezTo>
                <a:cubicBezTo>
                  <a:pt x="1964208" y="904085"/>
                  <a:pt x="1743908" y="831841"/>
                  <a:pt x="1593713" y="864095"/>
                </a:cubicBezTo>
                <a:cubicBezTo>
                  <a:pt x="1443518" y="896349"/>
                  <a:pt x="1130739" y="838154"/>
                  <a:pt x="1004258" y="864095"/>
                </a:cubicBezTo>
                <a:cubicBezTo>
                  <a:pt x="877778" y="890036"/>
                  <a:pt x="461131" y="805852"/>
                  <a:pt x="0" y="864095"/>
                </a:cubicBezTo>
                <a:cubicBezTo>
                  <a:pt x="-44625" y="668996"/>
                  <a:pt x="27404" y="616398"/>
                  <a:pt x="0" y="440688"/>
                </a:cubicBezTo>
                <a:cubicBezTo>
                  <a:pt x="-27404" y="264978"/>
                  <a:pt x="18515" y="105229"/>
                  <a:pt x="0" y="0"/>
                </a:cubicBezTo>
                <a:close/>
              </a:path>
              <a:path w="2183169" h="864095" stroke="0" extrusionOk="0">
                <a:moveTo>
                  <a:pt x="0" y="0"/>
                </a:moveTo>
                <a:cubicBezTo>
                  <a:pt x="241963" y="-21215"/>
                  <a:pt x="344149" y="16809"/>
                  <a:pt x="523961" y="0"/>
                </a:cubicBezTo>
                <a:cubicBezTo>
                  <a:pt x="703773" y="-16809"/>
                  <a:pt x="810171" y="18445"/>
                  <a:pt x="1004258" y="0"/>
                </a:cubicBezTo>
                <a:cubicBezTo>
                  <a:pt x="1198345" y="-18445"/>
                  <a:pt x="1308986" y="53294"/>
                  <a:pt x="1593713" y="0"/>
                </a:cubicBezTo>
                <a:cubicBezTo>
                  <a:pt x="1878441" y="-53294"/>
                  <a:pt x="2002182" y="8870"/>
                  <a:pt x="2183169" y="0"/>
                </a:cubicBezTo>
                <a:cubicBezTo>
                  <a:pt x="2206079" y="196477"/>
                  <a:pt x="2148713" y="241748"/>
                  <a:pt x="2183169" y="423407"/>
                </a:cubicBezTo>
                <a:cubicBezTo>
                  <a:pt x="2217625" y="605066"/>
                  <a:pt x="2167501" y="760059"/>
                  <a:pt x="2183169" y="864095"/>
                </a:cubicBezTo>
                <a:cubicBezTo>
                  <a:pt x="1931937" y="917372"/>
                  <a:pt x="1800704" y="807008"/>
                  <a:pt x="1637377" y="864095"/>
                </a:cubicBezTo>
                <a:cubicBezTo>
                  <a:pt x="1474050" y="921182"/>
                  <a:pt x="1204395" y="833300"/>
                  <a:pt x="1047921" y="864095"/>
                </a:cubicBezTo>
                <a:cubicBezTo>
                  <a:pt x="891447" y="894890"/>
                  <a:pt x="765818" y="863880"/>
                  <a:pt x="567624" y="864095"/>
                </a:cubicBezTo>
                <a:cubicBezTo>
                  <a:pt x="369430" y="864310"/>
                  <a:pt x="157605" y="860989"/>
                  <a:pt x="0" y="864095"/>
                </a:cubicBezTo>
                <a:cubicBezTo>
                  <a:pt x="-32488" y="663186"/>
                  <a:pt x="39708" y="528977"/>
                  <a:pt x="0" y="432048"/>
                </a:cubicBezTo>
                <a:cubicBezTo>
                  <a:pt x="-39708" y="335119"/>
                  <a:pt x="2343" y="199715"/>
                  <a:pt x="0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66675">
            <a:solidFill>
              <a:schemeClr val="accent1">
                <a:lumMod val="60000"/>
                <a:lumOff val="40000"/>
              </a:schemeClr>
            </a:solidFill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ko-Kore-KR" sz="2400"/>
              <a:t>2. How to Use</a:t>
            </a:r>
            <a:endParaRPr kumimoji="1" lang="ko-Kore-KR" altLang="en-US" sz="24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06D6B9F-28B5-4891-CAF3-143F168B8D6A}"/>
              </a:ext>
            </a:extLst>
          </p:cNvPr>
          <p:cNvGrpSpPr/>
          <p:nvPr/>
        </p:nvGrpSpPr>
        <p:grpSpPr>
          <a:xfrm>
            <a:off x="6558103" y="2125333"/>
            <a:ext cx="4844512" cy="421945"/>
            <a:chOff x="1488934" y="3930114"/>
            <a:chExt cx="4844512" cy="421945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6ACAA16-8D18-8FAC-3392-DB73F50055DB}"/>
                </a:ext>
              </a:extLst>
            </p:cNvPr>
            <p:cNvGrpSpPr/>
            <p:nvPr/>
          </p:nvGrpSpPr>
          <p:grpSpPr>
            <a:xfrm>
              <a:off x="1488934" y="3930114"/>
              <a:ext cx="4844512" cy="421945"/>
              <a:chOff x="1942088" y="4123161"/>
              <a:chExt cx="4844512" cy="421945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4AFEAEFE-779F-877E-2146-8E34CFC027CA}"/>
                  </a:ext>
                </a:extLst>
              </p:cNvPr>
              <p:cNvSpPr/>
              <p:nvPr/>
            </p:nvSpPr>
            <p:spPr>
              <a:xfrm>
                <a:off x="2241494" y="4123766"/>
                <a:ext cx="125188" cy="42134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4" name="직선 연결선 63">
                <a:extLst>
                  <a:ext uri="{FF2B5EF4-FFF2-40B4-BE49-F238E27FC236}">
                    <a16:creationId xmlns:a16="http://schemas.microsoft.com/office/drawing/2014/main" id="{F39896E8-66F1-F1B4-806E-2BF8ED8E45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1494" y="4531778"/>
                <a:ext cx="4545106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C97F63DE-099B-709B-B398-E58A87EF4808}"/>
                  </a:ext>
                </a:extLst>
              </p:cNvPr>
              <p:cNvSpPr/>
              <p:nvPr/>
            </p:nvSpPr>
            <p:spPr>
              <a:xfrm>
                <a:off x="1942088" y="4123161"/>
                <a:ext cx="299088" cy="421945"/>
              </a:xfrm>
              <a:prstGeom prst="rect">
                <a:avLst/>
              </a:prstGeom>
              <a:pattFill prst="dkUpDiag">
                <a:fgClr>
                  <a:schemeClr val="bg2">
                    <a:lumMod val="90000"/>
                  </a:schemeClr>
                </a:fgClr>
                <a:bgClr>
                  <a:schemeClr val="bg2">
                    <a:lumMod val="25000"/>
                  </a:schemeClr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ore-KR" altLang="en-US" sz="1801" dirty="0"/>
              </a:p>
            </p:txBody>
          </p:sp>
        </p:grp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A352E8ED-7C9C-0832-2C15-2F044C76D493}"/>
                </a:ext>
              </a:extLst>
            </p:cNvPr>
            <p:cNvSpPr/>
            <p:nvPr/>
          </p:nvSpPr>
          <p:spPr>
            <a:xfrm>
              <a:off x="1913528" y="3930719"/>
              <a:ext cx="4419918" cy="3946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2000" b="1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5502231A-3785-3065-B757-F0F48E6FCAA9}"/>
              </a:ext>
            </a:extLst>
          </p:cNvPr>
          <p:cNvGrpSpPr/>
          <p:nvPr/>
        </p:nvGrpSpPr>
        <p:grpSpPr>
          <a:xfrm>
            <a:off x="6946893" y="4078050"/>
            <a:ext cx="4545106" cy="421340"/>
            <a:chOff x="1788340" y="3930719"/>
            <a:chExt cx="4545106" cy="421340"/>
          </a:xfrm>
        </p:grpSpPr>
        <p:grpSp>
          <p:nvGrpSpPr>
            <p:cNvPr id="71" name="그룹 70">
              <a:extLst>
                <a:ext uri="{FF2B5EF4-FFF2-40B4-BE49-F238E27FC236}">
                  <a16:creationId xmlns:a16="http://schemas.microsoft.com/office/drawing/2014/main" id="{38124F70-808C-7521-BD68-6C4CEDD99177}"/>
                </a:ext>
              </a:extLst>
            </p:cNvPr>
            <p:cNvGrpSpPr/>
            <p:nvPr/>
          </p:nvGrpSpPr>
          <p:grpSpPr>
            <a:xfrm>
              <a:off x="1788340" y="3930719"/>
              <a:ext cx="4545106" cy="421340"/>
              <a:chOff x="2241494" y="4123766"/>
              <a:chExt cx="4545106" cy="421340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DB89AD67-1028-6422-FF95-009347BB0FA8}"/>
                  </a:ext>
                </a:extLst>
              </p:cNvPr>
              <p:cNvSpPr/>
              <p:nvPr/>
            </p:nvSpPr>
            <p:spPr>
              <a:xfrm>
                <a:off x="2241494" y="4123766"/>
                <a:ext cx="125188" cy="42134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74" name="직선 연결선 73">
                <a:extLst>
                  <a:ext uri="{FF2B5EF4-FFF2-40B4-BE49-F238E27FC236}">
                    <a16:creationId xmlns:a16="http://schemas.microsoft.com/office/drawing/2014/main" id="{461AE35E-BA02-A997-BDC4-537EC5B107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1494" y="4531778"/>
                <a:ext cx="4545106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8209C95A-16A2-3281-A0BB-B47BF058E2AA}"/>
                </a:ext>
              </a:extLst>
            </p:cNvPr>
            <p:cNvSpPr/>
            <p:nvPr/>
          </p:nvSpPr>
          <p:spPr>
            <a:xfrm>
              <a:off x="1913528" y="3930719"/>
              <a:ext cx="4419918" cy="3946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b="1">
                  <a:solidFill>
                    <a:schemeClr val="tx1"/>
                  </a:solidFill>
                </a:rPr>
                <a:t>Format String </a:t>
              </a:r>
              <a:r>
                <a:rPr lang="ko-KR" altLang="en-US" sz="2000" b="1">
                  <a:solidFill>
                    <a:schemeClr val="tx1"/>
                  </a:solidFill>
                </a:rPr>
                <a:t>설정하기</a:t>
              </a:r>
            </a:p>
          </p:txBody>
        </p:sp>
      </p:grpSp>
      <p:pic>
        <p:nvPicPr>
          <p:cNvPr id="79" name="그림 78">
            <a:extLst>
              <a:ext uri="{FF2B5EF4-FFF2-40B4-BE49-F238E27FC236}">
                <a16:creationId xmlns:a16="http://schemas.microsoft.com/office/drawing/2014/main" id="{4F1B9471-B617-AD0F-BC2E-AAC8447C8FC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8238" t="8053" r="8611" b="6334"/>
          <a:stretch/>
        </p:blipFill>
        <p:spPr>
          <a:xfrm>
            <a:off x="845630" y="2975078"/>
            <a:ext cx="285539" cy="27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2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3">
            <a:extLst>
              <a:ext uri="{FF2B5EF4-FFF2-40B4-BE49-F238E27FC236}">
                <a16:creationId xmlns:a16="http://schemas.microsoft.com/office/drawing/2014/main" id="{6A4A188B-FB69-00DE-71E6-7AFA4D43B1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907" y="3061900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39A4E5F-5B08-9E2E-7A29-A39A8669CEC3}"/>
              </a:ext>
            </a:extLst>
          </p:cNvPr>
          <p:cNvGrpSpPr/>
          <p:nvPr/>
        </p:nvGrpSpPr>
        <p:grpSpPr>
          <a:xfrm>
            <a:off x="257906" y="129777"/>
            <a:ext cx="5669282" cy="421340"/>
            <a:chOff x="1788340" y="3930719"/>
            <a:chExt cx="4545106" cy="421340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0AF944E1-089B-6E38-BE09-E32C0A13A058}"/>
                </a:ext>
              </a:extLst>
            </p:cNvPr>
            <p:cNvGrpSpPr/>
            <p:nvPr/>
          </p:nvGrpSpPr>
          <p:grpSpPr>
            <a:xfrm>
              <a:off x="1788340" y="3930719"/>
              <a:ext cx="4545106" cy="421340"/>
              <a:chOff x="2241494" y="4123766"/>
              <a:chExt cx="4545106" cy="42134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95FEBFAC-930E-4BD7-1DA1-D6C755B0889C}"/>
                  </a:ext>
                </a:extLst>
              </p:cNvPr>
              <p:cNvSpPr/>
              <p:nvPr/>
            </p:nvSpPr>
            <p:spPr>
              <a:xfrm>
                <a:off x="2241494" y="4123766"/>
                <a:ext cx="125188" cy="421340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F5DFC2EA-3176-EF39-B294-86E398015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241494" y="4531778"/>
                <a:ext cx="4545106" cy="0"/>
              </a:xfrm>
              <a:prstGeom prst="line">
                <a:avLst/>
              </a:prstGeom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BA4701F3-4034-CAAD-2B39-BDDB2138289A}"/>
                </a:ext>
              </a:extLst>
            </p:cNvPr>
            <p:cNvSpPr/>
            <p:nvPr/>
          </p:nvSpPr>
          <p:spPr>
            <a:xfrm>
              <a:off x="1913528" y="3930719"/>
              <a:ext cx="4419918" cy="39468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2000" b="1">
                  <a:solidFill>
                    <a:schemeClr val="tx1"/>
                  </a:solidFill>
                </a:rPr>
                <a:t>Code</a:t>
              </a:r>
              <a:endParaRPr lang="ko-KR" altLang="en-US" sz="2000" b="1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586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284</TotalTime>
  <Words>109</Words>
  <Application>Microsoft Office PowerPoint</Application>
  <PresentationFormat>와이드스크린</PresentationFormat>
  <Paragraphs>41</Paragraphs>
  <Slides>8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테마</vt:lpstr>
      <vt:lpstr>Main Title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for Python</dc:title>
  <dc:creator>Darrell Scott</dc:creator>
  <cp:lastModifiedBy>Darrell Scott</cp:lastModifiedBy>
  <cp:revision>46</cp:revision>
  <dcterms:created xsi:type="dcterms:W3CDTF">2022-06-18T13:57:02Z</dcterms:created>
  <dcterms:modified xsi:type="dcterms:W3CDTF">2022-06-18T20:41:26Z</dcterms:modified>
</cp:coreProperties>
</file>